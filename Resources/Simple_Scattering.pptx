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0403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96B"/>
    <a:srgbClr val="C5C5C4"/>
    <a:srgbClr val="03050A"/>
    <a:srgbClr val="494847"/>
    <a:srgbClr val="202B61"/>
    <a:srgbClr val="ACB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 varScale="1">
        <p:scale>
          <a:sx n="157" d="100"/>
          <a:sy n="157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824885"/>
            <a:ext cx="4284266" cy="1754776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2647331"/>
            <a:ext cx="3780235" cy="1216909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9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256579"/>
            <a:ext cx="4347270" cy="209663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3373044"/>
            <a:ext cx="4347270" cy="110256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0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68351"/>
            <a:ext cx="434727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235577"/>
            <a:ext cx="2132288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841114"/>
            <a:ext cx="2132288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235577"/>
            <a:ext cx="2142790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841114"/>
            <a:ext cx="2142790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6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725713"/>
            <a:ext cx="2551658" cy="358188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0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725713"/>
            <a:ext cx="2551658" cy="358188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4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31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268350"/>
            <a:ext cx="1086817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268350"/>
            <a:ext cx="319744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2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3000">
              <a:srgbClr val="0F396B"/>
            </a:gs>
            <a:gs pos="17000">
              <a:srgbClr val="03050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268351"/>
            <a:ext cx="434727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341750"/>
            <a:ext cx="434727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4671625"/>
            <a:ext cx="170110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24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text on a green and red background&#10;&#10;Description automatically generated">
            <a:extLst>
              <a:ext uri="{FF2B5EF4-FFF2-40B4-BE49-F238E27FC236}">
                <a16:creationId xmlns:a16="http://schemas.microsoft.com/office/drawing/2014/main" id="{C84E1DE6-81FD-FA48-40B9-88F7223E3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" b="80769"/>
          <a:stretch/>
        </p:blipFill>
        <p:spPr>
          <a:xfrm>
            <a:off x="0" y="-8570562"/>
            <a:ext cx="5040313" cy="26114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0726C7-4AC9-F028-F97A-315DBB88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40" y="61651"/>
            <a:ext cx="4539632" cy="1405365"/>
          </a:xfrm>
          <a:prstGeom prst="rect">
            <a:avLst/>
          </a:prstGeom>
          <a:effectLst>
            <a:softEdge rad="40871"/>
          </a:effectLst>
        </p:spPr>
      </p:pic>
    </p:spTree>
    <p:extLst>
      <p:ext uri="{BB962C8B-B14F-4D97-AF65-F5344CB8AC3E}">
        <p14:creationId xmlns:p14="http://schemas.microsoft.com/office/powerpoint/2010/main" val="53369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Haahr Larsen</dc:creator>
  <cp:lastModifiedBy>Andreas Haahr Larsen</cp:lastModifiedBy>
  <cp:revision>22</cp:revision>
  <dcterms:created xsi:type="dcterms:W3CDTF">2024-06-19T13:58:35Z</dcterms:created>
  <dcterms:modified xsi:type="dcterms:W3CDTF">2026-06-19T10:08:00Z</dcterms:modified>
</cp:coreProperties>
</file>