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3"/>
  </p:notesMasterIdLst>
  <p:sldIdLst>
    <p:sldId id="256" r:id="rId2"/>
  </p:sldIdLst>
  <p:sldSz cx="5040313" cy="50403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29292"/>
    <a:srgbClr val="E3E3E3"/>
    <a:srgbClr val="D4D4D4"/>
    <a:srgbClr val="EFEFEF"/>
    <a:srgbClr val="45FBEC"/>
    <a:srgbClr val="46D5ED"/>
    <a:srgbClr val="45F71A"/>
    <a:srgbClr val="25D9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>
        <p:scale>
          <a:sx n="46" d="100"/>
          <a:sy n="46" d="100"/>
        </p:scale>
        <p:origin x="3352" y="19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239A1D-1507-5E4D-80C9-D7DEF922B158}" type="datetimeFigureOut">
              <a:rPr lang="en-US" smtClean="0"/>
              <a:t>2/3/26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A2667A-5705-514F-AE21-EE0FF1186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729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A2667A-5705-514F-AE21-EE0FF1186EB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8226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8024" y="824885"/>
            <a:ext cx="4284266" cy="1754776"/>
          </a:xfrm>
        </p:spPr>
        <p:txBody>
          <a:bodyPr anchor="b"/>
          <a:lstStyle>
            <a:lvl1pPr algn="ctr">
              <a:defRPr sz="330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0039" y="2647331"/>
            <a:ext cx="3780235" cy="1216909"/>
          </a:xfrm>
        </p:spPr>
        <p:txBody>
          <a:bodyPr/>
          <a:lstStyle>
            <a:lvl1pPr marL="0" indent="0" algn="ctr">
              <a:buNone/>
              <a:defRPr sz="1323"/>
            </a:lvl1pPr>
            <a:lvl2pPr marL="252009" indent="0" algn="ctr">
              <a:buNone/>
              <a:defRPr sz="1102"/>
            </a:lvl2pPr>
            <a:lvl3pPr marL="504017" indent="0" algn="ctr">
              <a:buNone/>
              <a:defRPr sz="992"/>
            </a:lvl3pPr>
            <a:lvl4pPr marL="756026" indent="0" algn="ctr">
              <a:buNone/>
              <a:defRPr sz="882"/>
            </a:lvl4pPr>
            <a:lvl5pPr marL="1008035" indent="0" algn="ctr">
              <a:buNone/>
              <a:defRPr sz="882"/>
            </a:lvl5pPr>
            <a:lvl6pPr marL="1260043" indent="0" algn="ctr">
              <a:buNone/>
              <a:defRPr sz="882"/>
            </a:lvl6pPr>
            <a:lvl7pPr marL="1512052" indent="0" algn="ctr">
              <a:buNone/>
              <a:defRPr sz="882"/>
            </a:lvl7pPr>
            <a:lvl8pPr marL="1764060" indent="0" algn="ctr">
              <a:buNone/>
              <a:defRPr sz="882"/>
            </a:lvl8pPr>
            <a:lvl9pPr marL="2016069" indent="0" algn="ctr">
              <a:buNone/>
              <a:defRPr sz="882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E612F-6C02-BD47-BECC-30B259822E02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1C7AE-A416-A44A-A99D-9908F46201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361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E612F-6C02-BD47-BECC-30B259822E02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1C7AE-A416-A44A-A99D-9908F46201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3967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3897" y="1256579"/>
            <a:ext cx="4347270" cy="2096630"/>
          </a:xfrm>
        </p:spPr>
        <p:txBody>
          <a:bodyPr anchor="b"/>
          <a:lstStyle>
            <a:lvl1pPr>
              <a:defRPr sz="330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3897" y="3373044"/>
            <a:ext cx="4347270" cy="1102568"/>
          </a:xfrm>
        </p:spPr>
        <p:txBody>
          <a:bodyPr/>
          <a:lstStyle>
            <a:lvl1pPr marL="0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1pPr>
            <a:lvl2pPr marL="252009" indent="0">
              <a:buNone/>
              <a:defRPr sz="1102">
                <a:solidFill>
                  <a:schemeClr val="tx1">
                    <a:tint val="82000"/>
                  </a:schemeClr>
                </a:solidFill>
              </a:defRPr>
            </a:lvl2pPr>
            <a:lvl3pPr marL="504017" indent="0">
              <a:buNone/>
              <a:defRPr sz="992">
                <a:solidFill>
                  <a:schemeClr val="tx1">
                    <a:tint val="82000"/>
                  </a:schemeClr>
                </a:solidFill>
              </a:defRPr>
            </a:lvl3pPr>
            <a:lvl4pPr marL="756026" indent="0">
              <a:buNone/>
              <a:defRPr sz="882">
                <a:solidFill>
                  <a:schemeClr val="tx1">
                    <a:tint val="82000"/>
                  </a:schemeClr>
                </a:solidFill>
              </a:defRPr>
            </a:lvl4pPr>
            <a:lvl5pPr marL="1008035" indent="0">
              <a:buNone/>
              <a:defRPr sz="882">
                <a:solidFill>
                  <a:schemeClr val="tx1">
                    <a:tint val="82000"/>
                  </a:schemeClr>
                </a:solidFill>
              </a:defRPr>
            </a:lvl5pPr>
            <a:lvl6pPr marL="1260043" indent="0">
              <a:buNone/>
              <a:defRPr sz="882">
                <a:solidFill>
                  <a:schemeClr val="tx1">
                    <a:tint val="82000"/>
                  </a:schemeClr>
                </a:solidFill>
              </a:defRPr>
            </a:lvl6pPr>
            <a:lvl7pPr marL="1512052" indent="0">
              <a:buNone/>
              <a:defRPr sz="882">
                <a:solidFill>
                  <a:schemeClr val="tx1">
                    <a:tint val="82000"/>
                  </a:schemeClr>
                </a:solidFill>
              </a:defRPr>
            </a:lvl7pPr>
            <a:lvl8pPr marL="1764060" indent="0">
              <a:buNone/>
              <a:defRPr sz="882">
                <a:solidFill>
                  <a:schemeClr val="tx1">
                    <a:tint val="82000"/>
                  </a:schemeClr>
                </a:solidFill>
              </a:defRPr>
            </a:lvl8pPr>
            <a:lvl9pPr marL="2016069" indent="0">
              <a:buNone/>
              <a:defRPr sz="88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E612F-6C02-BD47-BECC-30B259822E02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1C7AE-A416-A44A-A99D-9908F46201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3305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6522" y="1341750"/>
            <a:ext cx="2142133" cy="319803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51658" y="1341750"/>
            <a:ext cx="2142133" cy="319803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E612F-6C02-BD47-BECC-30B259822E02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1C7AE-A416-A44A-A99D-9908F46201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4286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178" y="268351"/>
            <a:ext cx="4347270" cy="97422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7179" y="1235577"/>
            <a:ext cx="2132288" cy="605537"/>
          </a:xfrm>
        </p:spPr>
        <p:txBody>
          <a:bodyPr anchor="b"/>
          <a:lstStyle>
            <a:lvl1pPr marL="0" indent="0">
              <a:buNone/>
              <a:defRPr sz="1323" b="1"/>
            </a:lvl1pPr>
            <a:lvl2pPr marL="252009" indent="0">
              <a:buNone/>
              <a:defRPr sz="1102" b="1"/>
            </a:lvl2pPr>
            <a:lvl3pPr marL="504017" indent="0">
              <a:buNone/>
              <a:defRPr sz="992" b="1"/>
            </a:lvl3pPr>
            <a:lvl4pPr marL="756026" indent="0">
              <a:buNone/>
              <a:defRPr sz="882" b="1"/>
            </a:lvl4pPr>
            <a:lvl5pPr marL="1008035" indent="0">
              <a:buNone/>
              <a:defRPr sz="882" b="1"/>
            </a:lvl5pPr>
            <a:lvl6pPr marL="1260043" indent="0">
              <a:buNone/>
              <a:defRPr sz="882" b="1"/>
            </a:lvl6pPr>
            <a:lvl7pPr marL="1512052" indent="0">
              <a:buNone/>
              <a:defRPr sz="882" b="1"/>
            </a:lvl7pPr>
            <a:lvl8pPr marL="1764060" indent="0">
              <a:buNone/>
              <a:defRPr sz="882" b="1"/>
            </a:lvl8pPr>
            <a:lvl9pPr marL="2016069" indent="0">
              <a:buNone/>
              <a:defRPr sz="882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79" y="1841114"/>
            <a:ext cx="2132288" cy="270800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51658" y="1235577"/>
            <a:ext cx="2142790" cy="605537"/>
          </a:xfrm>
        </p:spPr>
        <p:txBody>
          <a:bodyPr anchor="b"/>
          <a:lstStyle>
            <a:lvl1pPr marL="0" indent="0">
              <a:buNone/>
              <a:defRPr sz="1323" b="1"/>
            </a:lvl1pPr>
            <a:lvl2pPr marL="252009" indent="0">
              <a:buNone/>
              <a:defRPr sz="1102" b="1"/>
            </a:lvl2pPr>
            <a:lvl3pPr marL="504017" indent="0">
              <a:buNone/>
              <a:defRPr sz="992" b="1"/>
            </a:lvl3pPr>
            <a:lvl4pPr marL="756026" indent="0">
              <a:buNone/>
              <a:defRPr sz="882" b="1"/>
            </a:lvl4pPr>
            <a:lvl5pPr marL="1008035" indent="0">
              <a:buNone/>
              <a:defRPr sz="882" b="1"/>
            </a:lvl5pPr>
            <a:lvl6pPr marL="1260043" indent="0">
              <a:buNone/>
              <a:defRPr sz="882" b="1"/>
            </a:lvl6pPr>
            <a:lvl7pPr marL="1512052" indent="0">
              <a:buNone/>
              <a:defRPr sz="882" b="1"/>
            </a:lvl7pPr>
            <a:lvl8pPr marL="1764060" indent="0">
              <a:buNone/>
              <a:defRPr sz="882" b="1"/>
            </a:lvl8pPr>
            <a:lvl9pPr marL="2016069" indent="0">
              <a:buNone/>
              <a:defRPr sz="882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51658" y="1841114"/>
            <a:ext cx="2142790" cy="270800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E612F-6C02-BD47-BECC-30B259822E02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1C7AE-A416-A44A-A99D-9908F46201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3088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E612F-6C02-BD47-BECC-30B259822E02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1C7AE-A416-A44A-A99D-9908F46201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1960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E612F-6C02-BD47-BECC-30B259822E02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1C7AE-A416-A44A-A99D-9908F46201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5772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178" y="336021"/>
            <a:ext cx="1625632" cy="1176073"/>
          </a:xfrm>
        </p:spPr>
        <p:txBody>
          <a:bodyPr anchor="b"/>
          <a:lstStyle>
            <a:lvl1pPr>
              <a:defRPr sz="176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790" y="725713"/>
            <a:ext cx="2551658" cy="3581889"/>
          </a:xfrm>
        </p:spPr>
        <p:txBody>
          <a:bodyPr/>
          <a:lstStyle>
            <a:lvl1pPr>
              <a:defRPr sz="1764"/>
            </a:lvl1pPr>
            <a:lvl2pPr>
              <a:defRPr sz="1543"/>
            </a:lvl2pPr>
            <a:lvl3pPr>
              <a:defRPr sz="1323"/>
            </a:lvl3pPr>
            <a:lvl4pPr>
              <a:defRPr sz="1102"/>
            </a:lvl4pPr>
            <a:lvl5pPr>
              <a:defRPr sz="1102"/>
            </a:lvl5pPr>
            <a:lvl6pPr>
              <a:defRPr sz="1102"/>
            </a:lvl6pPr>
            <a:lvl7pPr>
              <a:defRPr sz="1102"/>
            </a:lvl7pPr>
            <a:lvl8pPr>
              <a:defRPr sz="1102"/>
            </a:lvl8pPr>
            <a:lvl9pPr>
              <a:defRPr sz="1102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7178" y="1512094"/>
            <a:ext cx="1625632" cy="2801341"/>
          </a:xfrm>
        </p:spPr>
        <p:txBody>
          <a:bodyPr/>
          <a:lstStyle>
            <a:lvl1pPr marL="0" indent="0">
              <a:buNone/>
              <a:defRPr sz="882"/>
            </a:lvl1pPr>
            <a:lvl2pPr marL="252009" indent="0">
              <a:buNone/>
              <a:defRPr sz="772"/>
            </a:lvl2pPr>
            <a:lvl3pPr marL="504017" indent="0">
              <a:buNone/>
              <a:defRPr sz="661"/>
            </a:lvl3pPr>
            <a:lvl4pPr marL="756026" indent="0">
              <a:buNone/>
              <a:defRPr sz="551"/>
            </a:lvl4pPr>
            <a:lvl5pPr marL="1008035" indent="0">
              <a:buNone/>
              <a:defRPr sz="551"/>
            </a:lvl5pPr>
            <a:lvl6pPr marL="1260043" indent="0">
              <a:buNone/>
              <a:defRPr sz="551"/>
            </a:lvl6pPr>
            <a:lvl7pPr marL="1512052" indent="0">
              <a:buNone/>
              <a:defRPr sz="551"/>
            </a:lvl7pPr>
            <a:lvl8pPr marL="1764060" indent="0">
              <a:buNone/>
              <a:defRPr sz="551"/>
            </a:lvl8pPr>
            <a:lvl9pPr marL="2016069" indent="0">
              <a:buNone/>
              <a:defRPr sz="55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E612F-6C02-BD47-BECC-30B259822E02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1C7AE-A416-A44A-A99D-9908F46201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8205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178" y="336021"/>
            <a:ext cx="1625632" cy="1176073"/>
          </a:xfrm>
        </p:spPr>
        <p:txBody>
          <a:bodyPr anchor="b"/>
          <a:lstStyle>
            <a:lvl1pPr>
              <a:defRPr sz="176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42790" y="725713"/>
            <a:ext cx="2551658" cy="3581889"/>
          </a:xfrm>
        </p:spPr>
        <p:txBody>
          <a:bodyPr anchor="t"/>
          <a:lstStyle>
            <a:lvl1pPr marL="0" indent="0">
              <a:buNone/>
              <a:defRPr sz="1764"/>
            </a:lvl1pPr>
            <a:lvl2pPr marL="252009" indent="0">
              <a:buNone/>
              <a:defRPr sz="1543"/>
            </a:lvl2pPr>
            <a:lvl3pPr marL="504017" indent="0">
              <a:buNone/>
              <a:defRPr sz="1323"/>
            </a:lvl3pPr>
            <a:lvl4pPr marL="756026" indent="0">
              <a:buNone/>
              <a:defRPr sz="1102"/>
            </a:lvl4pPr>
            <a:lvl5pPr marL="1008035" indent="0">
              <a:buNone/>
              <a:defRPr sz="1102"/>
            </a:lvl5pPr>
            <a:lvl6pPr marL="1260043" indent="0">
              <a:buNone/>
              <a:defRPr sz="1102"/>
            </a:lvl6pPr>
            <a:lvl7pPr marL="1512052" indent="0">
              <a:buNone/>
              <a:defRPr sz="1102"/>
            </a:lvl7pPr>
            <a:lvl8pPr marL="1764060" indent="0">
              <a:buNone/>
              <a:defRPr sz="1102"/>
            </a:lvl8pPr>
            <a:lvl9pPr marL="2016069" indent="0">
              <a:buNone/>
              <a:defRPr sz="1102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7178" y="1512094"/>
            <a:ext cx="1625632" cy="2801341"/>
          </a:xfrm>
        </p:spPr>
        <p:txBody>
          <a:bodyPr/>
          <a:lstStyle>
            <a:lvl1pPr marL="0" indent="0">
              <a:buNone/>
              <a:defRPr sz="882"/>
            </a:lvl1pPr>
            <a:lvl2pPr marL="252009" indent="0">
              <a:buNone/>
              <a:defRPr sz="772"/>
            </a:lvl2pPr>
            <a:lvl3pPr marL="504017" indent="0">
              <a:buNone/>
              <a:defRPr sz="661"/>
            </a:lvl3pPr>
            <a:lvl4pPr marL="756026" indent="0">
              <a:buNone/>
              <a:defRPr sz="551"/>
            </a:lvl4pPr>
            <a:lvl5pPr marL="1008035" indent="0">
              <a:buNone/>
              <a:defRPr sz="551"/>
            </a:lvl5pPr>
            <a:lvl6pPr marL="1260043" indent="0">
              <a:buNone/>
              <a:defRPr sz="551"/>
            </a:lvl6pPr>
            <a:lvl7pPr marL="1512052" indent="0">
              <a:buNone/>
              <a:defRPr sz="551"/>
            </a:lvl7pPr>
            <a:lvl8pPr marL="1764060" indent="0">
              <a:buNone/>
              <a:defRPr sz="551"/>
            </a:lvl8pPr>
            <a:lvl9pPr marL="2016069" indent="0">
              <a:buNone/>
              <a:defRPr sz="55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E612F-6C02-BD47-BECC-30B259822E02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1C7AE-A416-A44A-A99D-9908F46201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4143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E612F-6C02-BD47-BECC-30B259822E02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1C7AE-A416-A44A-A99D-9908F46201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13179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06975" y="268350"/>
            <a:ext cx="1086817" cy="4271432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6522" y="268350"/>
            <a:ext cx="3197449" cy="4271432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E612F-6C02-BD47-BECC-30B259822E02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1C7AE-A416-A44A-A99D-9908F46201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8927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6522" y="268351"/>
            <a:ext cx="4347270" cy="9742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522" y="1341750"/>
            <a:ext cx="4347270" cy="31980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6522" y="4671625"/>
            <a:ext cx="1134070" cy="268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6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E612F-6C02-BD47-BECC-30B259822E02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69604" y="4671625"/>
            <a:ext cx="1701106" cy="268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6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59721" y="4671625"/>
            <a:ext cx="1134070" cy="268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6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E1C7AE-A416-A44A-A99D-9908F46201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7248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504017" rtl="0" eaLnBrk="1" latinLnBrk="0" hangingPunct="1">
        <a:lnSpc>
          <a:spcPct val="90000"/>
        </a:lnSpc>
        <a:spcBef>
          <a:spcPct val="0"/>
        </a:spcBef>
        <a:buNone/>
        <a:defRPr sz="242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6004" indent="-126004" algn="l" defTabSz="504017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543" kern="1200">
          <a:solidFill>
            <a:schemeClr val="tx1"/>
          </a:solidFill>
          <a:latin typeface="+mn-lt"/>
          <a:ea typeface="+mn-ea"/>
          <a:cs typeface="+mn-cs"/>
        </a:defRPr>
      </a:lvl1pPr>
      <a:lvl2pPr marL="378013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2pPr>
      <a:lvl3pPr marL="630022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1102" kern="1200">
          <a:solidFill>
            <a:schemeClr val="tx1"/>
          </a:solidFill>
          <a:latin typeface="+mn-lt"/>
          <a:ea typeface="+mn-ea"/>
          <a:cs typeface="+mn-cs"/>
        </a:defRPr>
      </a:lvl3pPr>
      <a:lvl4pPr marL="882030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4pPr>
      <a:lvl5pPr marL="1134039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5pPr>
      <a:lvl6pPr marL="1386048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6pPr>
      <a:lvl7pPr marL="1638056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7pPr>
      <a:lvl8pPr marL="1890065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8pPr>
      <a:lvl9pPr marL="2142073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1pPr>
      <a:lvl2pPr marL="252009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2pPr>
      <a:lvl3pPr marL="504017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3pPr>
      <a:lvl4pPr marL="756026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4pPr>
      <a:lvl5pPr marL="1008035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5pPr>
      <a:lvl6pPr marL="1260043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6pPr>
      <a:lvl7pPr marL="1512052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7pPr>
      <a:lvl8pPr marL="1764060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8pPr>
      <a:lvl9pPr marL="2016069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929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FA2992-CDE8-E5C5-ED98-3A4864C3FCC9}"/>
              </a:ext>
            </a:extLst>
          </p:cNvPr>
          <p:cNvSpPr txBox="1"/>
          <p:nvPr/>
        </p:nvSpPr>
        <p:spPr>
          <a:xfrm>
            <a:off x="919273" y="118307"/>
            <a:ext cx="32335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 err="1">
                <a:latin typeface="Consolas" panose="020B0609020204030204" pitchFamily="49" charset="0"/>
                <a:cs typeface="Consolas" panose="020B0609020204030204" pitchFamily="49" charset="0"/>
              </a:rPr>
              <a:t>live</a:t>
            </a:r>
            <a:r>
              <a:rPr lang="en-US" sz="72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FT</a:t>
            </a:r>
            <a:endParaRPr lang="en-US" sz="72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747B2F7-AF3E-9B45-0917-3E7D420226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7581" t="8039" r="17010" b="49251"/>
          <a:stretch>
            <a:fillRect/>
          </a:stretch>
        </p:blipFill>
        <p:spPr bwMode="auto">
          <a:xfrm>
            <a:off x="0" y="3179474"/>
            <a:ext cx="5040313" cy="1860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26417E0-75F7-943C-74AE-EB9103CEA16D}"/>
              </a:ext>
            </a:extLst>
          </p:cNvPr>
          <p:cNvSpPr/>
          <p:nvPr/>
        </p:nvSpPr>
        <p:spPr>
          <a:xfrm>
            <a:off x="-1" y="2520158"/>
            <a:ext cx="5040313" cy="2520156"/>
          </a:xfrm>
          <a:prstGeom prst="rect">
            <a:avLst/>
          </a:prstGeom>
          <a:gradFill>
            <a:gsLst>
              <a:gs pos="100000">
                <a:srgbClr val="929292">
                  <a:alpha val="0"/>
                </a:srgbClr>
              </a:gs>
              <a:gs pos="28000">
                <a:srgbClr val="92929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CD8D1C7-F129-E098-35DC-57FFB41DE86B}"/>
              </a:ext>
            </a:extLst>
          </p:cNvPr>
          <p:cNvCxnSpPr>
            <a:cxnSpLocks/>
          </p:cNvCxnSpPr>
          <p:nvPr/>
        </p:nvCxnSpPr>
        <p:spPr>
          <a:xfrm>
            <a:off x="2132228" y="4378036"/>
            <a:ext cx="720437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36985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508</TotalTime>
  <Words>2</Words>
  <Application>Microsoft Macintosh PowerPoint</Application>
  <PresentationFormat>Custom</PresentationFormat>
  <Paragraphs>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Consolas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Andreas Haahr Larsen</dc:creator>
  <cp:lastModifiedBy>Andreas Larsen</cp:lastModifiedBy>
  <cp:revision>11</cp:revision>
  <dcterms:created xsi:type="dcterms:W3CDTF">2024-06-19T13:58:35Z</dcterms:created>
  <dcterms:modified xsi:type="dcterms:W3CDTF">2026-02-03T09:58:02Z</dcterms:modified>
</cp:coreProperties>
</file>