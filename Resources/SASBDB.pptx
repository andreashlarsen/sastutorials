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5040313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8CB6"/>
    <a:srgbClr val="45FBEC"/>
    <a:srgbClr val="46D5ED"/>
    <a:srgbClr val="45F71A"/>
    <a:srgbClr val="25D9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6"/>
  </p:normalViewPr>
  <p:slideViewPr>
    <p:cSldViewPr snapToGrid="0">
      <p:cViewPr varScale="1">
        <p:scale>
          <a:sx n="157" d="100"/>
          <a:sy n="157" d="100"/>
        </p:scale>
        <p:origin x="1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824885"/>
            <a:ext cx="4284266" cy="1754776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2647331"/>
            <a:ext cx="3780235" cy="1216909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6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96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256579"/>
            <a:ext cx="4347270" cy="2096630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3373044"/>
            <a:ext cx="4347270" cy="110256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82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305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1341750"/>
            <a:ext cx="2142133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1341750"/>
            <a:ext cx="2142133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28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268351"/>
            <a:ext cx="4347270" cy="97422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235577"/>
            <a:ext cx="2132288" cy="605537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1841114"/>
            <a:ext cx="2132288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235577"/>
            <a:ext cx="2142790" cy="605537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1841114"/>
            <a:ext cx="2142790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08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960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77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36021"/>
            <a:ext cx="1625632" cy="1176073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725713"/>
            <a:ext cx="2551658" cy="3581889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512094"/>
            <a:ext cx="1625632" cy="2801341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205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36021"/>
            <a:ext cx="1625632" cy="1176073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725713"/>
            <a:ext cx="2551658" cy="3581889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512094"/>
            <a:ext cx="1625632" cy="2801341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14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31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268350"/>
            <a:ext cx="1086817" cy="42714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268350"/>
            <a:ext cx="3197449" cy="42714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927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5000">
              <a:schemeClr val="bg1"/>
            </a:gs>
            <a:gs pos="90000">
              <a:srgbClr val="158CB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268351"/>
            <a:ext cx="4347270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1341750"/>
            <a:ext cx="4347270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4671625"/>
            <a:ext cx="113407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4671625"/>
            <a:ext cx="1701106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4671625"/>
            <a:ext cx="113407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248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text on a green and red background&#10;&#10;Description automatically generated">
            <a:extLst>
              <a:ext uri="{FF2B5EF4-FFF2-40B4-BE49-F238E27FC236}">
                <a16:creationId xmlns:a16="http://schemas.microsoft.com/office/drawing/2014/main" id="{C84E1DE6-81FD-FA48-40B9-88F7223E38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8" b="80769"/>
          <a:stretch/>
        </p:blipFill>
        <p:spPr>
          <a:xfrm>
            <a:off x="0" y="-8570562"/>
            <a:ext cx="5040313" cy="26114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98AF05-C4D0-234B-A0DD-92259174D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50" y="282238"/>
            <a:ext cx="3291436" cy="100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98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494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Haahr Larsen</dc:creator>
  <cp:lastModifiedBy>Andreas Haahr Larsen</cp:lastModifiedBy>
  <cp:revision>10</cp:revision>
  <dcterms:created xsi:type="dcterms:W3CDTF">2024-06-19T13:58:35Z</dcterms:created>
  <dcterms:modified xsi:type="dcterms:W3CDTF">2026-06-19T10:13:15Z</dcterms:modified>
</cp:coreProperties>
</file>