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1"/>
  </p:sldMasterIdLst>
  <p:sldIdLst>
    <p:sldId id="256" r:id="rId2"/>
  </p:sldIdLst>
  <p:sldSz cx="5040313" cy="50403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D00D4"/>
    <a:srgbClr val="02DC42"/>
    <a:srgbClr val="BE0B00"/>
    <a:srgbClr val="AB0000"/>
    <a:srgbClr val="158CB6"/>
    <a:srgbClr val="45FBEC"/>
    <a:srgbClr val="46D5ED"/>
    <a:srgbClr val="45F71A"/>
    <a:srgbClr val="25D9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726"/>
  </p:normalViewPr>
  <p:slideViewPr>
    <p:cSldViewPr snapToGrid="0">
      <p:cViewPr varScale="1">
        <p:scale>
          <a:sx n="157" d="100"/>
          <a:sy n="157" d="100"/>
        </p:scale>
        <p:origin x="159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78024" y="824885"/>
            <a:ext cx="4284266" cy="1754776"/>
          </a:xfrm>
        </p:spPr>
        <p:txBody>
          <a:bodyPr anchor="b"/>
          <a:lstStyle>
            <a:lvl1pPr algn="ctr">
              <a:defRPr sz="3307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30039" y="2647331"/>
            <a:ext cx="3780235" cy="1216909"/>
          </a:xfrm>
        </p:spPr>
        <p:txBody>
          <a:bodyPr/>
          <a:lstStyle>
            <a:lvl1pPr marL="0" indent="0" algn="ctr">
              <a:buNone/>
              <a:defRPr sz="1323"/>
            </a:lvl1pPr>
            <a:lvl2pPr marL="252009" indent="0" algn="ctr">
              <a:buNone/>
              <a:defRPr sz="1102"/>
            </a:lvl2pPr>
            <a:lvl3pPr marL="504017" indent="0" algn="ctr">
              <a:buNone/>
              <a:defRPr sz="992"/>
            </a:lvl3pPr>
            <a:lvl4pPr marL="756026" indent="0" algn="ctr">
              <a:buNone/>
              <a:defRPr sz="882"/>
            </a:lvl4pPr>
            <a:lvl5pPr marL="1008035" indent="0" algn="ctr">
              <a:buNone/>
              <a:defRPr sz="882"/>
            </a:lvl5pPr>
            <a:lvl6pPr marL="1260043" indent="0" algn="ctr">
              <a:buNone/>
              <a:defRPr sz="882"/>
            </a:lvl6pPr>
            <a:lvl7pPr marL="1512052" indent="0" algn="ctr">
              <a:buNone/>
              <a:defRPr sz="882"/>
            </a:lvl7pPr>
            <a:lvl8pPr marL="1764060" indent="0" algn="ctr">
              <a:buNone/>
              <a:defRPr sz="882"/>
            </a:lvl8pPr>
            <a:lvl9pPr marL="2016069" indent="0" algn="ctr">
              <a:buNone/>
              <a:defRPr sz="882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E612F-6C02-BD47-BECC-30B259822E02}" type="datetimeFigureOut">
              <a:rPr lang="en-GB" smtClean="0"/>
              <a:t>19/06/2026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1C7AE-A416-A44A-A99D-9908F462012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93611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E612F-6C02-BD47-BECC-30B259822E02}" type="datetimeFigureOut">
              <a:rPr lang="en-GB" smtClean="0"/>
              <a:t>19/06/2026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1C7AE-A416-A44A-A99D-9908F462012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039678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3897" y="1256579"/>
            <a:ext cx="4347270" cy="2096630"/>
          </a:xfrm>
        </p:spPr>
        <p:txBody>
          <a:bodyPr anchor="b"/>
          <a:lstStyle>
            <a:lvl1pPr>
              <a:defRPr sz="3307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3897" y="3373044"/>
            <a:ext cx="4347270" cy="1102568"/>
          </a:xfrm>
        </p:spPr>
        <p:txBody>
          <a:bodyPr/>
          <a:lstStyle>
            <a:lvl1pPr marL="0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1pPr>
            <a:lvl2pPr marL="252009" indent="0">
              <a:buNone/>
              <a:defRPr sz="1102">
                <a:solidFill>
                  <a:schemeClr val="tx1">
                    <a:tint val="82000"/>
                  </a:schemeClr>
                </a:solidFill>
              </a:defRPr>
            </a:lvl2pPr>
            <a:lvl3pPr marL="504017" indent="0">
              <a:buNone/>
              <a:defRPr sz="992">
                <a:solidFill>
                  <a:schemeClr val="tx1">
                    <a:tint val="82000"/>
                  </a:schemeClr>
                </a:solidFill>
              </a:defRPr>
            </a:lvl3pPr>
            <a:lvl4pPr marL="756026" indent="0">
              <a:buNone/>
              <a:defRPr sz="882">
                <a:solidFill>
                  <a:schemeClr val="tx1">
                    <a:tint val="82000"/>
                  </a:schemeClr>
                </a:solidFill>
              </a:defRPr>
            </a:lvl4pPr>
            <a:lvl5pPr marL="1008035" indent="0">
              <a:buNone/>
              <a:defRPr sz="882">
                <a:solidFill>
                  <a:schemeClr val="tx1">
                    <a:tint val="82000"/>
                  </a:schemeClr>
                </a:solidFill>
              </a:defRPr>
            </a:lvl5pPr>
            <a:lvl6pPr marL="1260043" indent="0">
              <a:buNone/>
              <a:defRPr sz="882">
                <a:solidFill>
                  <a:schemeClr val="tx1">
                    <a:tint val="82000"/>
                  </a:schemeClr>
                </a:solidFill>
              </a:defRPr>
            </a:lvl6pPr>
            <a:lvl7pPr marL="1512052" indent="0">
              <a:buNone/>
              <a:defRPr sz="882">
                <a:solidFill>
                  <a:schemeClr val="tx1">
                    <a:tint val="82000"/>
                  </a:schemeClr>
                </a:solidFill>
              </a:defRPr>
            </a:lvl7pPr>
            <a:lvl8pPr marL="1764060" indent="0">
              <a:buNone/>
              <a:defRPr sz="882">
                <a:solidFill>
                  <a:schemeClr val="tx1">
                    <a:tint val="82000"/>
                  </a:schemeClr>
                </a:solidFill>
              </a:defRPr>
            </a:lvl8pPr>
            <a:lvl9pPr marL="2016069" indent="0">
              <a:buNone/>
              <a:defRPr sz="882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E612F-6C02-BD47-BECC-30B259822E02}" type="datetimeFigureOut">
              <a:rPr lang="en-GB" smtClean="0"/>
              <a:t>19/06/2026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1C7AE-A416-A44A-A99D-9908F462012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733050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6522" y="1341750"/>
            <a:ext cx="2142133" cy="319803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51658" y="1341750"/>
            <a:ext cx="2142133" cy="319803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E612F-6C02-BD47-BECC-30B259822E02}" type="datetimeFigureOut">
              <a:rPr lang="en-GB" smtClean="0"/>
              <a:t>19/06/2026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1C7AE-A416-A44A-A99D-9908F462012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342867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7178" y="268351"/>
            <a:ext cx="4347270" cy="974228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7179" y="1235577"/>
            <a:ext cx="2132288" cy="605537"/>
          </a:xfrm>
        </p:spPr>
        <p:txBody>
          <a:bodyPr anchor="b"/>
          <a:lstStyle>
            <a:lvl1pPr marL="0" indent="0">
              <a:buNone/>
              <a:defRPr sz="1323" b="1"/>
            </a:lvl1pPr>
            <a:lvl2pPr marL="252009" indent="0">
              <a:buNone/>
              <a:defRPr sz="1102" b="1"/>
            </a:lvl2pPr>
            <a:lvl3pPr marL="504017" indent="0">
              <a:buNone/>
              <a:defRPr sz="992" b="1"/>
            </a:lvl3pPr>
            <a:lvl4pPr marL="756026" indent="0">
              <a:buNone/>
              <a:defRPr sz="882" b="1"/>
            </a:lvl4pPr>
            <a:lvl5pPr marL="1008035" indent="0">
              <a:buNone/>
              <a:defRPr sz="882" b="1"/>
            </a:lvl5pPr>
            <a:lvl6pPr marL="1260043" indent="0">
              <a:buNone/>
              <a:defRPr sz="882" b="1"/>
            </a:lvl6pPr>
            <a:lvl7pPr marL="1512052" indent="0">
              <a:buNone/>
              <a:defRPr sz="882" b="1"/>
            </a:lvl7pPr>
            <a:lvl8pPr marL="1764060" indent="0">
              <a:buNone/>
              <a:defRPr sz="882" b="1"/>
            </a:lvl8pPr>
            <a:lvl9pPr marL="2016069" indent="0">
              <a:buNone/>
              <a:defRPr sz="882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79" y="1841114"/>
            <a:ext cx="2132288" cy="270800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551658" y="1235577"/>
            <a:ext cx="2142790" cy="605537"/>
          </a:xfrm>
        </p:spPr>
        <p:txBody>
          <a:bodyPr anchor="b"/>
          <a:lstStyle>
            <a:lvl1pPr marL="0" indent="0">
              <a:buNone/>
              <a:defRPr sz="1323" b="1"/>
            </a:lvl1pPr>
            <a:lvl2pPr marL="252009" indent="0">
              <a:buNone/>
              <a:defRPr sz="1102" b="1"/>
            </a:lvl2pPr>
            <a:lvl3pPr marL="504017" indent="0">
              <a:buNone/>
              <a:defRPr sz="992" b="1"/>
            </a:lvl3pPr>
            <a:lvl4pPr marL="756026" indent="0">
              <a:buNone/>
              <a:defRPr sz="882" b="1"/>
            </a:lvl4pPr>
            <a:lvl5pPr marL="1008035" indent="0">
              <a:buNone/>
              <a:defRPr sz="882" b="1"/>
            </a:lvl5pPr>
            <a:lvl6pPr marL="1260043" indent="0">
              <a:buNone/>
              <a:defRPr sz="882" b="1"/>
            </a:lvl6pPr>
            <a:lvl7pPr marL="1512052" indent="0">
              <a:buNone/>
              <a:defRPr sz="882" b="1"/>
            </a:lvl7pPr>
            <a:lvl8pPr marL="1764060" indent="0">
              <a:buNone/>
              <a:defRPr sz="882" b="1"/>
            </a:lvl8pPr>
            <a:lvl9pPr marL="2016069" indent="0">
              <a:buNone/>
              <a:defRPr sz="882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551658" y="1841114"/>
            <a:ext cx="2142790" cy="270800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E612F-6C02-BD47-BECC-30B259822E02}" type="datetimeFigureOut">
              <a:rPr lang="en-GB" smtClean="0"/>
              <a:t>19/06/2026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1C7AE-A416-A44A-A99D-9908F462012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630886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E612F-6C02-BD47-BECC-30B259822E02}" type="datetimeFigureOut">
              <a:rPr lang="en-GB" smtClean="0"/>
              <a:t>19/06/2026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1C7AE-A416-A44A-A99D-9908F462012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119604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E612F-6C02-BD47-BECC-30B259822E02}" type="datetimeFigureOut">
              <a:rPr lang="en-GB" smtClean="0"/>
              <a:t>19/06/2026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1C7AE-A416-A44A-A99D-9908F462012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95772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7178" y="336021"/>
            <a:ext cx="1625632" cy="1176073"/>
          </a:xfrm>
        </p:spPr>
        <p:txBody>
          <a:bodyPr anchor="b"/>
          <a:lstStyle>
            <a:lvl1pPr>
              <a:defRPr sz="1764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42790" y="725713"/>
            <a:ext cx="2551658" cy="3581889"/>
          </a:xfrm>
        </p:spPr>
        <p:txBody>
          <a:bodyPr/>
          <a:lstStyle>
            <a:lvl1pPr>
              <a:defRPr sz="1764"/>
            </a:lvl1pPr>
            <a:lvl2pPr>
              <a:defRPr sz="1543"/>
            </a:lvl2pPr>
            <a:lvl3pPr>
              <a:defRPr sz="1323"/>
            </a:lvl3pPr>
            <a:lvl4pPr>
              <a:defRPr sz="1102"/>
            </a:lvl4pPr>
            <a:lvl5pPr>
              <a:defRPr sz="1102"/>
            </a:lvl5pPr>
            <a:lvl6pPr>
              <a:defRPr sz="1102"/>
            </a:lvl6pPr>
            <a:lvl7pPr>
              <a:defRPr sz="1102"/>
            </a:lvl7pPr>
            <a:lvl8pPr>
              <a:defRPr sz="1102"/>
            </a:lvl8pPr>
            <a:lvl9pPr>
              <a:defRPr sz="1102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7178" y="1512094"/>
            <a:ext cx="1625632" cy="2801341"/>
          </a:xfrm>
        </p:spPr>
        <p:txBody>
          <a:bodyPr/>
          <a:lstStyle>
            <a:lvl1pPr marL="0" indent="0">
              <a:buNone/>
              <a:defRPr sz="882"/>
            </a:lvl1pPr>
            <a:lvl2pPr marL="252009" indent="0">
              <a:buNone/>
              <a:defRPr sz="772"/>
            </a:lvl2pPr>
            <a:lvl3pPr marL="504017" indent="0">
              <a:buNone/>
              <a:defRPr sz="661"/>
            </a:lvl3pPr>
            <a:lvl4pPr marL="756026" indent="0">
              <a:buNone/>
              <a:defRPr sz="551"/>
            </a:lvl4pPr>
            <a:lvl5pPr marL="1008035" indent="0">
              <a:buNone/>
              <a:defRPr sz="551"/>
            </a:lvl5pPr>
            <a:lvl6pPr marL="1260043" indent="0">
              <a:buNone/>
              <a:defRPr sz="551"/>
            </a:lvl6pPr>
            <a:lvl7pPr marL="1512052" indent="0">
              <a:buNone/>
              <a:defRPr sz="551"/>
            </a:lvl7pPr>
            <a:lvl8pPr marL="1764060" indent="0">
              <a:buNone/>
              <a:defRPr sz="551"/>
            </a:lvl8pPr>
            <a:lvl9pPr marL="2016069" indent="0">
              <a:buNone/>
              <a:defRPr sz="55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E612F-6C02-BD47-BECC-30B259822E02}" type="datetimeFigureOut">
              <a:rPr lang="en-GB" smtClean="0"/>
              <a:t>19/06/2026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1C7AE-A416-A44A-A99D-9908F462012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082058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7178" y="336021"/>
            <a:ext cx="1625632" cy="1176073"/>
          </a:xfrm>
        </p:spPr>
        <p:txBody>
          <a:bodyPr anchor="b"/>
          <a:lstStyle>
            <a:lvl1pPr>
              <a:defRPr sz="1764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142790" y="725713"/>
            <a:ext cx="2551658" cy="3581889"/>
          </a:xfrm>
        </p:spPr>
        <p:txBody>
          <a:bodyPr anchor="t"/>
          <a:lstStyle>
            <a:lvl1pPr marL="0" indent="0">
              <a:buNone/>
              <a:defRPr sz="1764"/>
            </a:lvl1pPr>
            <a:lvl2pPr marL="252009" indent="0">
              <a:buNone/>
              <a:defRPr sz="1543"/>
            </a:lvl2pPr>
            <a:lvl3pPr marL="504017" indent="0">
              <a:buNone/>
              <a:defRPr sz="1323"/>
            </a:lvl3pPr>
            <a:lvl4pPr marL="756026" indent="0">
              <a:buNone/>
              <a:defRPr sz="1102"/>
            </a:lvl4pPr>
            <a:lvl5pPr marL="1008035" indent="0">
              <a:buNone/>
              <a:defRPr sz="1102"/>
            </a:lvl5pPr>
            <a:lvl6pPr marL="1260043" indent="0">
              <a:buNone/>
              <a:defRPr sz="1102"/>
            </a:lvl6pPr>
            <a:lvl7pPr marL="1512052" indent="0">
              <a:buNone/>
              <a:defRPr sz="1102"/>
            </a:lvl7pPr>
            <a:lvl8pPr marL="1764060" indent="0">
              <a:buNone/>
              <a:defRPr sz="1102"/>
            </a:lvl8pPr>
            <a:lvl9pPr marL="2016069" indent="0">
              <a:buNone/>
              <a:defRPr sz="1102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7178" y="1512094"/>
            <a:ext cx="1625632" cy="2801341"/>
          </a:xfrm>
        </p:spPr>
        <p:txBody>
          <a:bodyPr/>
          <a:lstStyle>
            <a:lvl1pPr marL="0" indent="0">
              <a:buNone/>
              <a:defRPr sz="882"/>
            </a:lvl1pPr>
            <a:lvl2pPr marL="252009" indent="0">
              <a:buNone/>
              <a:defRPr sz="772"/>
            </a:lvl2pPr>
            <a:lvl3pPr marL="504017" indent="0">
              <a:buNone/>
              <a:defRPr sz="661"/>
            </a:lvl3pPr>
            <a:lvl4pPr marL="756026" indent="0">
              <a:buNone/>
              <a:defRPr sz="551"/>
            </a:lvl4pPr>
            <a:lvl5pPr marL="1008035" indent="0">
              <a:buNone/>
              <a:defRPr sz="551"/>
            </a:lvl5pPr>
            <a:lvl6pPr marL="1260043" indent="0">
              <a:buNone/>
              <a:defRPr sz="551"/>
            </a:lvl6pPr>
            <a:lvl7pPr marL="1512052" indent="0">
              <a:buNone/>
              <a:defRPr sz="551"/>
            </a:lvl7pPr>
            <a:lvl8pPr marL="1764060" indent="0">
              <a:buNone/>
              <a:defRPr sz="551"/>
            </a:lvl8pPr>
            <a:lvl9pPr marL="2016069" indent="0">
              <a:buNone/>
              <a:defRPr sz="55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E612F-6C02-BD47-BECC-30B259822E02}" type="datetimeFigureOut">
              <a:rPr lang="en-GB" smtClean="0"/>
              <a:t>19/06/2026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1C7AE-A416-A44A-A99D-9908F462012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441436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E612F-6C02-BD47-BECC-30B259822E02}" type="datetimeFigureOut">
              <a:rPr lang="en-GB" smtClean="0"/>
              <a:t>19/06/2026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1C7AE-A416-A44A-A99D-9908F462012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413179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606975" y="268350"/>
            <a:ext cx="1086817" cy="4271432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6522" y="268350"/>
            <a:ext cx="3197449" cy="4271432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E612F-6C02-BD47-BECC-30B259822E02}" type="datetimeFigureOut">
              <a:rPr lang="en-GB" smtClean="0"/>
              <a:t>19/06/2026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1C7AE-A416-A44A-A99D-9908F462012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189272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35000">
              <a:schemeClr val="bg1"/>
            </a:gs>
            <a:gs pos="90000">
              <a:srgbClr val="158CB6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6522" y="268351"/>
            <a:ext cx="4347270" cy="9742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6522" y="1341750"/>
            <a:ext cx="4347270" cy="31980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6522" y="4671625"/>
            <a:ext cx="1134070" cy="2683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61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FE612F-6C02-BD47-BECC-30B259822E02}" type="datetimeFigureOut">
              <a:rPr lang="en-GB" smtClean="0"/>
              <a:t>19/06/2026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69604" y="4671625"/>
            <a:ext cx="1701106" cy="2683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61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559721" y="4671625"/>
            <a:ext cx="1134070" cy="2683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61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E1C7AE-A416-A44A-A99D-9908F462012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072484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504017" rtl="0" eaLnBrk="1" latinLnBrk="0" hangingPunct="1">
        <a:lnSpc>
          <a:spcPct val="90000"/>
        </a:lnSpc>
        <a:spcBef>
          <a:spcPct val="0"/>
        </a:spcBef>
        <a:buNone/>
        <a:defRPr sz="242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6004" indent="-126004" algn="l" defTabSz="504017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543" kern="1200">
          <a:solidFill>
            <a:schemeClr val="tx1"/>
          </a:solidFill>
          <a:latin typeface="+mn-lt"/>
          <a:ea typeface="+mn-ea"/>
          <a:cs typeface="+mn-cs"/>
        </a:defRPr>
      </a:lvl1pPr>
      <a:lvl2pPr marL="378013" indent="-126004" algn="l" defTabSz="504017" rtl="0" eaLnBrk="1" latinLnBrk="0" hangingPunct="1">
        <a:lnSpc>
          <a:spcPct val="90000"/>
        </a:lnSpc>
        <a:spcBef>
          <a:spcPts val="276"/>
        </a:spcBef>
        <a:buFont typeface="Arial" panose="020B0604020202020204" pitchFamily="34" charset="0"/>
        <a:buChar char="•"/>
        <a:defRPr sz="1323" kern="1200">
          <a:solidFill>
            <a:schemeClr val="tx1"/>
          </a:solidFill>
          <a:latin typeface="+mn-lt"/>
          <a:ea typeface="+mn-ea"/>
          <a:cs typeface="+mn-cs"/>
        </a:defRPr>
      </a:lvl2pPr>
      <a:lvl3pPr marL="630022" indent="-126004" algn="l" defTabSz="504017" rtl="0" eaLnBrk="1" latinLnBrk="0" hangingPunct="1">
        <a:lnSpc>
          <a:spcPct val="90000"/>
        </a:lnSpc>
        <a:spcBef>
          <a:spcPts val="276"/>
        </a:spcBef>
        <a:buFont typeface="Arial" panose="020B0604020202020204" pitchFamily="34" charset="0"/>
        <a:buChar char="•"/>
        <a:defRPr sz="1102" kern="1200">
          <a:solidFill>
            <a:schemeClr val="tx1"/>
          </a:solidFill>
          <a:latin typeface="+mn-lt"/>
          <a:ea typeface="+mn-ea"/>
          <a:cs typeface="+mn-cs"/>
        </a:defRPr>
      </a:lvl3pPr>
      <a:lvl4pPr marL="882030" indent="-126004" algn="l" defTabSz="504017" rtl="0" eaLnBrk="1" latinLnBrk="0" hangingPunct="1">
        <a:lnSpc>
          <a:spcPct val="90000"/>
        </a:lnSpc>
        <a:spcBef>
          <a:spcPts val="276"/>
        </a:spcBef>
        <a:buFont typeface="Arial" panose="020B0604020202020204" pitchFamily="34" charset="0"/>
        <a:buChar char="•"/>
        <a:defRPr sz="992" kern="1200">
          <a:solidFill>
            <a:schemeClr val="tx1"/>
          </a:solidFill>
          <a:latin typeface="+mn-lt"/>
          <a:ea typeface="+mn-ea"/>
          <a:cs typeface="+mn-cs"/>
        </a:defRPr>
      </a:lvl4pPr>
      <a:lvl5pPr marL="1134039" indent="-126004" algn="l" defTabSz="504017" rtl="0" eaLnBrk="1" latinLnBrk="0" hangingPunct="1">
        <a:lnSpc>
          <a:spcPct val="90000"/>
        </a:lnSpc>
        <a:spcBef>
          <a:spcPts val="276"/>
        </a:spcBef>
        <a:buFont typeface="Arial" panose="020B0604020202020204" pitchFamily="34" charset="0"/>
        <a:buChar char="•"/>
        <a:defRPr sz="992" kern="1200">
          <a:solidFill>
            <a:schemeClr val="tx1"/>
          </a:solidFill>
          <a:latin typeface="+mn-lt"/>
          <a:ea typeface="+mn-ea"/>
          <a:cs typeface="+mn-cs"/>
        </a:defRPr>
      </a:lvl5pPr>
      <a:lvl6pPr marL="1386048" indent="-126004" algn="l" defTabSz="504017" rtl="0" eaLnBrk="1" latinLnBrk="0" hangingPunct="1">
        <a:lnSpc>
          <a:spcPct val="90000"/>
        </a:lnSpc>
        <a:spcBef>
          <a:spcPts val="276"/>
        </a:spcBef>
        <a:buFont typeface="Arial" panose="020B0604020202020204" pitchFamily="34" charset="0"/>
        <a:buChar char="•"/>
        <a:defRPr sz="992" kern="1200">
          <a:solidFill>
            <a:schemeClr val="tx1"/>
          </a:solidFill>
          <a:latin typeface="+mn-lt"/>
          <a:ea typeface="+mn-ea"/>
          <a:cs typeface="+mn-cs"/>
        </a:defRPr>
      </a:lvl6pPr>
      <a:lvl7pPr marL="1638056" indent="-126004" algn="l" defTabSz="504017" rtl="0" eaLnBrk="1" latinLnBrk="0" hangingPunct="1">
        <a:lnSpc>
          <a:spcPct val="90000"/>
        </a:lnSpc>
        <a:spcBef>
          <a:spcPts val="276"/>
        </a:spcBef>
        <a:buFont typeface="Arial" panose="020B0604020202020204" pitchFamily="34" charset="0"/>
        <a:buChar char="•"/>
        <a:defRPr sz="992" kern="1200">
          <a:solidFill>
            <a:schemeClr val="tx1"/>
          </a:solidFill>
          <a:latin typeface="+mn-lt"/>
          <a:ea typeface="+mn-ea"/>
          <a:cs typeface="+mn-cs"/>
        </a:defRPr>
      </a:lvl7pPr>
      <a:lvl8pPr marL="1890065" indent="-126004" algn="l" defTabSz="504017" rtl="0" eaLnBrk="1" latinLnBrk="0" hangingPunct="1">
        <a:lnSpc>
          <a:spcPct val="90000"/>
        </a:lnSpc>
        <a:spcBef>
          <a:spcPts val="276"/>
        </a:spcBef>
        <a:buFont typeface="Arial" panose="020B0604020202020204" pitchFamily="34" charset="0"/>
        <a:buChar char="•"/>
        <a:defRPr sz="992" kern="1200">
          <a:solidFill>
            <a:schemeClr val="tx1"/>
          </a:solidFill>
          <a:latin typeface="+mn-lt"/>
          <a:ea typeface="+mn-ea"/>
          <a:cs typeface="+mn-cs"/>
        </a:defRPr>
      </a:lvl8pPr>
      <a:lvl9pPr marL="2142073" indent="-126004" algn="l" defTabSz="504017" rtl="0" eaLnBrk="1" latinLnBrk="0" hangingPunct="1">
        <a:lnSpc>
          <a:spcPct val="90000"/>
        </a:lnSpc>
        <a:spcBef>
          <a:spcPts val="276"/>
        </a:spcBef>
        <a:buFont typeface="Arial" panose="020B0604020202020204" pitchFamily="34" charset="0"/>
        <a:buChar char="•"/>
        <a:defRPr sz="99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04017" rtl="0" eaLnBrk="1" latinLnBrk="0" hangingPunct="1">
        <a:defRPr sz="992" kern="1200">
          <a:solidFill>
            <a:schemeClr val="tx1"/>
          </a:solidFill>
          <a:latin typeface="+mn-lt"/>
          <a:ea typeface="+mn-ea"/>
          <a:cs typeface="+mn-cs"/>
        </a:defRPr>
      </a:lvl1pPr>
      <a:lvl2pPr marL="252009" algn="l" defTabSz="504017" rtl="0" eaLnBrk="1" latinLnBrk="0" hangingPunct="1">
        <a:defRPr sz="992" kern="1200">
          <a:solidFill>
            <a:schemeClr val="tx1"/>
          </a:solidFill>
          <a:latin typeface="+mn-lt"/>
          <a:ea typeface="+mn-ea"/>
          <a:cs typeface="+mn-cs"/>
        </a:defRPr>
      </a:lvl2pPr>
      <a:lvl3pPr marL="504017" algn="l" defTabSz="504017" rtl="0" eaLnBrk="1" latinLnBrk="0" hangingPunct="1">
        <a:defRPr sz="992" kern="1200">
          <a:solidFill>
            <a:schemeClr val="tx1"/>
          </a:solidFill>
          <a:latin typeface="+mn-lt"/>
          <a:ea typeface="+mn-ea"/>
          <a:cs typeface="+mn-cs"/>
        </a:defRPr>
      </a:lvl3pPr>
      <a:lvl4pPr marL="756026" algn="l" defTabSz="504017" rtl="0" eaLnBrk="1" latinLnBrk="0" hangingPunct="1">
        <a:defRPr sz="992" kern="1200">
          <a:solidFill>
            <a:schemeClr val="tx1"/>
          </a:solidFill>
          <a:latin typeface="+mn-lt"/>
          <a:ea typeface="+mn-ea"/>
          <a:cs typeface="+mn-cs"/>
        </a:defRPr>
      </a:lvl4pPr>
      <a:lvl5pPr marL="1008035" algn="l" defTabSz="504017" rtl="0" eaLnBrk="1" latinLnBrk="0" hangingPunct="1">
        <a:defRPr sz="992" kern="1200">
          <a:solidFill>
            <a:schemeClr val="tx1"/>
          </a:solidFill>
          <a:latin typeface="+mn-lt"/>
          <a:ea typeface="+mn-ea"/>
          <a:cs typeface="+mn-cs"/>
        </a:defRPr>
      </a:lvl5pPr>
      <a:lvl6pPr marL="1260043" algn="l" defTabSz="504017" rtl="0" eaLnBrk="1" latinLnBrk="0" hangingPunct="1">
        <a:defRPr sz="992" kern="1200">
          <a:solidFill>
            <a:schemeClr val="tx1"/>
          </a:solidFill>
          <a:latin typeface="+mn-lt"/>
          <a:ea typeface="+mn-ea"/>
          <a:cs typeface="+mn-cs"/>
        </a:defRPr>
      </a:lvl6pPr>
      <a:lvl7pPr marL="1512052" algn="l" defTabSz="504017" rtl="0" eaLnBrk="1" latinLnBrk="0" hangingPunct="1">
        <a:defRPr sz="992" kern="1200">
          <a:solidFill>
            <a:schemeClr val="tx1"/>
          </a:solidFill>
          <a:latin typeface="+mn-lt"/>
          <a:ea typeface="+mn-ea"/>
          <a:cs typeface="+mn-cs"/>
        </a:defRPr>
      </a:lvl7pPr>
      <a:lvl8pPr marL="1764060" algn="l" defTabSz="504017" rtl="0" eaLnBrk="1" latinLnBrk="0" hangingPunct="1">
        <a:defRPr sz="992" kern="1200">
          <a:solidFill>
            <a:schemeClr val="tx1"/>
          </a:solidFill>
          <a:latin typeface="+mn-lt"/>
          <a:ea typeface="+mn-ea"/>
          <a:cs typeface="+mn-cs"/>
        </a:defRPr>
      </a:lvl8pPr>
      <a:lvl9pPr marL="2016069" algn="l" defTabSz="504017" rtl="0" eaLnBrk="1" latinLnBrk="0" hangingPunct="1">
        <a:defRPr sz="99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BE0B00"/>
            </a:gs>
            <a:gs pos="36000">
              <a:schemeClr val="bg1"/>
            </a:gs>
            <a:gs pos="9000">
              <a:schemeClr val="bg1"/>
            </a:gs>
            <a:gs pos="79000">
              <a:srgbClr val="81EEA1"/>
            </a:gs>
            <a:gs pos="49000">
              <a:srgbClr val="1D00D4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black text on a green and red background&#10;&#10;Description automatically generated">
            <a:extLst>
              <a:ext uri="{FF2B5EF4-FFF2-40B4-BE49-F238E27FC236}">
                <a16:creationId xmlns:a16="http://schemas.microsoft.com/office/drawing/2014/main" id="{C84E1DE6-81FD-FA48-40B9-88F7223E38F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8" b="80769"/>
          <a:stretch/>
        </p:blipFill>
        <p:spPr>
          <a:xfrm>
            <a:off x="0" y="-8570562"/>
            <a:ext cx="5040313" cy="261146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E2E6787-FC0D-0B08-DCBC-D259F8AECE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21937"/>
            <a:ext cx="1318116" cy="128258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D667AE0-F8E9-199A-7DF0-E6F5DD72704C}"/>
              </a:ext>
            </a:extLst>
          </p:cNvPr>
          <p:cNvSpPr txBox="1"/>
          <p:nvPr/>
        </p:nvSpPr>
        <p:spPr>
          <a:xfrm>
            <a:off x="1414530" y="798456"/>
            <a:ext cx="208089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>
                <a:solidFill>
                  <a:srgbClr val="BE0B00"/>
                </a:solidFill>
              </a:rPr>
              <a:t>CREASE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46088BB-6C77-21DE-2DB4-4B22DC7A37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33322" y="521937"/>
            <a:ext cx="1237197" cy="1260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36985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507</TotalTime>
  <Words>1</Words>
  <Application>Microsoft Macintosh PowerPoint</Application>
  <PresentationFormat>Custom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Andreas Haahr Larsen</dc:creator>
  <cp:lastModifiedBy>Andreas Haahr Larsen</cp:lastModifiedBy>
  <cp:revision>12</cp:revision>
  <dcterms:created xsi:type="dcterms:W3CDTF">2024-06-19T13:58:35Z</dcterms:created>
  <dcterms:modified xsi:type="dcterms:W3CDTF">2026-06-19T10:27:30Z</dcterms:modified>
</cp:coreProperties>
</file>