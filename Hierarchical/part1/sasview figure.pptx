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A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20" autoAdjust="0"/>
    <p:restoredTop sz="94658"/>
  </p:normalViewPr>
  <p:slideViewPr>
    <p:cSldViewPr snapToGrid="0">
      <p:cViewPr varScale="1">
        <p:scale>
          <a:sx n="116" d="100"/>
          <a:sy n="116" d="100"/>
        </p:scale>
        <p:origin x="21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9D8F50-3AA3-FE25-3EB4-9534561F8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87EF398-6CC4-2858-E456-7873A8675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B833242-73DA-EF76-56B4-A36B416C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D0363-3026-4CDF-906E-EF6732D712A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22A14B4-BBFE-88D6-7BEF-10433B69A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F1F47E4-07E3-4D1A-92F7-03FC559F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AFFD1-739A-4498-BBAE-67ED8EA43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44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2C08AB-43A3-86F9-E07D-27DB8317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B9DC148-14E4-61AC-BC50-4E540DBC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E671054-4152-E568-4720-BB2B6B1F8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D0363-3026-4CDF-906E-EF6732D712A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25E5A82-E087-316D-EBCD-C5D06DAB9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88F369F-9257-8F7B-B9CA-EC9FBB16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AFFD1-739A-4498-BBAE-67ED8EA43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20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CDF75C-5993-8690-C410-17B19148E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A7CDC47-DE3E-9287-F76D-DF384A21D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2F3C62E-4181-F39A-C4AA-AFB81876C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D0363-3026-4CDF-906E-EF6732D712A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09E8033-AEEA-8F54-1F70-F7633F946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1AB9217-6207-F894-C74D-713C4DD66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AFFD1-739A-4498-BBAE-67ED8EA43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1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108BD9-C580-8D4A-2110-DBA258F96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C1272A2-FA0F-D83F-DCF3-7CB8E874F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844DE0B-37DD-1159-7872-6C38C6DE5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FB5AFB3-EC6F-E4E3-84E7-9EC6A8B2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D0363-3026-4CDF-906E-EF6732D712A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091CB47-A604-DF01-23AF-977F06EEC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A32BF22-E273-5A31-7519-1A0BAFB02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AFFD1-739A-4498-BBAE-67ED8EA43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99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4A4699-93B4-0B05-0146-1DB645447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65216D3-1811-1955-FBA1-E8484438F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6B4076D-2E27-D9A3-D3C6-860C16FF7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F33260F2-8B5A-76A2-0FFF-DC1CAEF0E2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F86FD488-66EF-2AC2-5F13-0F08C73811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DB7509B3-43A9-CE9D-8D61-8045D6E0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D0363-3026-4CDF-906E-EF6732D712A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FBAA04DC-EF4E-B0F3-E46E-BE4064956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88F6FBEC-A14F-BC56-2F2C-E251D4F87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AFFD1-739A-4498-BBAE-67ED8EA43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796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F59C0C-0FCE-9A18-A668-9B68AB77C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0289D7B-5549-7111-8BE9-07586F840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D0363-3026-4CDF-906E-EF6732D712A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1FA9D3F-36BD-EA98-B6C1-6E75E9B1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AAB8C3D9-1480-4F5B-5697-4EDC1EF9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AFFD1-739A-4498-BBAE-67ED8EA43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77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4B09A446-81B0-A029-E4A9-7A0EF8370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D0363-3026-4CDF-906E-EF6732D712A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4B60B2A4-0934-28F7-7B71-38E317277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79C85AA-134F-89B3-575A-09BE9BDFD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AFFD1-739A-4498-BBAE-67ED8EA43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83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8463B5-69E5-A44F-EDB8-B7C58DDDB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5C0E547-8F5A-60B4-88C2-04597B326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CCF2DA3-EF7E-5445-611D-76CA6F645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CB4C94D-EDA9-3F75-D93B-BC371752B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D0363-3026-4CDF-906E-EF6732D712A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D5AE47C-05D6-5D30-9644-190CE27F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C375709-DD6D-CA38-E4E3-8251E992C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AFFD1-739A-4498-BBAE-67ED8EA43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96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DCE573-099F-3DE3-16F4-AFAF967EE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C78DC2C7-1D60-DE28-0FD9-3ACDDED2A9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F2A65C6-D48B-410B-1B8E-2544B65A5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1411E2B-A31A-89E8-90C9-22D73C7F2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D0363-3026-4CDF-906E-EF6732D712A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98166F25-8C54-49D1-B042-E4E69EC1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673200C-0F47-5CFE-6D9F-41609450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AFFD1-739A-4498-BBAE-67ED8EA43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45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090AC1-B397-15C9-7A61-9A12A4E51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8B3FEBC-D1AE-60A7-0538-B874854BB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65A9723-BB13-5058-1F01-66165A69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D0363-3026-4CDF-906E-EF6732D712A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6B7379D-1CD4-8B07-C7F7-1FE2EB84B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28D4020-2682-DFA0-F3D5-8DE3917E5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AFFD1-739A-4498-BBAE-67ED8EA43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94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9F9BC3EA-C87C-4A14-E178-8E1AE7E5EA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A3648B19-897F-96D3-A93F-1ACF8DC30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ABD04D4-2DDC-4414-F4DF-B4177057B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D0363-3026-4CDF-906E-EF6732D712A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CFDA626-40CE-31BB-72E5-E40F7A6D0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1B2F805-5CA3-012C-D865-AD527CD83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AFFD1-739A-4498-BBAE-67ED8EA43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2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DF16BB9C-BA14-712D-7E0D-76E892E37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3B5DCAF-987C-1387-2AFE-09831C326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2182311-0CE3-6E74-F16F-5410DE77D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ED0363-3026-4CDF-906E-EF6732D712AE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705CCBB-F889-7D59-66A1-4B9A59A4D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2E6F636-B131-A260-DC8B-E19A6D1FC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AFFD1-739A-4498-BBAE-67ED8EA43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951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Billede 23">
            <a:extLst>
              <a:ext uri="{FF2B5EF4-FFF2-40B4-BE49-F238E27FC236}">
                <a16:creationId xmlns:a16="http://schemas.microsoft.com/office/drawing/2014/main" id="{D14589B3-4BC8-8FD5-222A-8A01F8D59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9113"/>
            <a:ext cx="12192000" cy="3939773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577EBC88-A7F1-6BB4-A3BC-6CB787BEDDB1}"/>
              </a:ext>
            </a:extLst>
          </p:cNvPr>
          <p:cNvSpPr txBox="1"/>
          <p:nvPr/>
        </p:nvSpPr>
        <p:spPr>
          <a:xfrm>
            <a:off x="6528860" y="2113426"/>
            <a:ext cx="1234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Low-q</a:t>
            </a:r>
          </a:p>
          <a:p>
            <a:pPr algn="ctr"/>
            <a:r>
              <a:rPr lang="en-US" sz="1400" dirty="0"/>
              <a:t>Guinier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A7424392-B249-3B5A-02B4-B6BE7619E500}"/>
              </a:ext>
            </a:extLst>
          </p:cNvPr>
          <p:cNvSpPr txBox="1"/>
          <p:nvPr/>
        </p:nvSpPr>
        <p:spPr>
          <a:xfrm>
            <a:off x="8004829" y="3407125"/>
            <a:ext cx="1494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Mid-q</a:t>
            </a:r>
          </a:p>
          <a:p>
            <a:pPr algn="ctr"/>
            <a:r>
              <a:rPr lang="en-US" sz="1400" dirty="0"/>
              <a:t>Power law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027506AE-E18A-9C87-0AB5-ABBCD0242BDB}"/>
              </a:ext>
            </a:extLst>
          </p:cNvPr>
          <p:cNvSpPr/>
          <p:nvPr/>
        </p:nvSpPr>
        <p:spPr>
          <a:xfrm>
            <a:off x="6892309" y="2958709"/>
            <a:ext cx="464820" cy="159956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98B519D4-AAB4-6CFA-E5C4-B8BACA6C001E}"/>
              </a:ext>
            </a:extLst>
          </p:cNvPr>
          <p:cNvSpPr/>
          <p:nvPr/>
        </p:nvSpPr>
        <p:spPr>
          <a:xfrm>
            <a:off x="6568459" y="2697100"/>
            <a:ext cx="1112520" cy="204595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82B6D59D-F4D1-064F-044A-82C3AA3C49FA}"/>
              </a:ext>
            </a:extLst>
          </p:cNvPr>
          <p:cNvSpPr/>
          <p:nvPr/>
        </p:nvSpPr>
        <p:spPr>
          <a:xfrm>
            <a:off x="8481061" y="3947488"/>
            <a:ext cx="518160" cy="778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C4E049B2-1104-C578-809A-1ADD242DF1EB}"/>
              </a:ext>
            </a:extLst>
          </p:cNvPr>
          <p:cNvSpPr/>
          <p:nvPr/>
        </p:nvSpPr>
        <p:spPr>
          <a:xfrm>
            <a:off x="8284846" y="3942100"/>
            <a:ext cx="910590" cy="77842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Lige forbindelse 16">
            <a:extLst>
              <a:ext uri="{FF2B5EF4-FFF2-40B4-BE49-F238E27FC236}">
                <a16:creationId xmlns:a16="http://schemas.microsoft.com/office/drawing/2014/main" id="{0BF8CA82-B5DB-5F01-DC09-8CA8B9F7C464}"/>
              </a:ext>
            </a:extLst>
          </p:cNvPr>
          <p:cNvCxnSpPr>
            <a:cxnSpLocks/>
          </p:cNvCxnSpPr>
          <p:nvPr/>
        </p:nvCxnSpPr>
        <p:spPr>
          <a:xfrm flipV="1">
            <a:off x="9814560" y="1623060"/>
            <a:ext cx="0" cy="3333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ige forbindelse 18">
            <a:extLst>
              <a:ext uri="{FF2B5EF4-FFF2-40B4-BE49-F238E27FC236}">
                <a16:creationId xmlns:a16="http://schemas.microsoft.com/office/drawing/2014/main" id="{1AA6D1C8-CE85-B401-9B6A-3A4F8C45A091}"/>
              </a:ext>
            </a:extLst>
          </p:cNvPr>
          <p:cNvCxnSpPr>
            <a:cxnSpLocks/>
          </p:cNvCxnSpPr>
          <p:nvPr/>
        </p:nvCxnSpPr>
        <p:spPr>
          <a:xfrm flipV="1">
            <a:off x="10965180" y="2113426"/>
            <a:ext cx="0" cy="2876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ktangel 20">
            <a:extLst>
              <a:ext uri="{FF2B5EF4-FFF2-40B4-BE49-F238E27FC236}">
                <a16:creationId xmlns:a16="http://schemas.microsoft.com/office/drawing/2014/main" id="{7C049059-CACE-4616-1DDD-03075D6E7AA9}"/>
              </a:ext>
            </a:extLst>
          </p:cNvPr>
          <p:cNvSpPr/>
          <p:nvPr/>
        </p:nvSpPr>
        <p:spPr>
          <a:xfrm>
            <a:off x="9913482" y="4098928"/>
            <a:ext cx="295415" cy="6441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61D04BDC-9CBB-F3B1-B4E1-61570CDCAFFA}"/>
              </a:ext>
            </a:extLst>
          </p:cNvPr>
          <p:cNvSpPr txBox="1"/>
          <p:nvPr/>
        </p:nvSpPr>
        <p:spPr>
          <a:xfrm>
            <a:off x="9433565" y="3771275"/>
            <a:ext cx="1494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High-q</a:t>
            </a:r>
          </a:p>
          <a:p>
            <a:pPr algn="ctr"/>
            <a:endParaRPr lang="en-US" sz="1400" dirty="0"/>
          </a:p>
        </p:txBody>
      </p:sp>
      <p:cxnSp>
        <p:nvCxnSpPr>
          <p:cNvPr id="27" name="Lige forbindelse 26">
            <a:extLst>
              <a:ext uri="{FF2B5EF4-FFF2-40B4-BE49-F238E27FC236}">
                <a16:creationId xmlns:a16="http://schemas.microsoft.com/office/drawing/2014/main" id="{46451DBB-E199-AA56-924C-16412A0630D9}"/>
              </a:ext>
            </a:extLst>
          </p:cNvPr>
          <p:cNvCxnSpPr>
            <a:cxnSpLocks/>
          </p:cNvCxnSpPr>
          <p:nvPr/>
        </p:nvCxnSpPr>
        <p:spPr>
          <a:xfrm flipV="1">
            <a:off x="10209116" y="4098926"/>
            <a:ext cx="0" cy="6441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ktangel 19">
            <a:extLst>
              <a:ext uri="{FF2B5EF4-FFF2-40B4-BE49-F238E27FC236}">
                <a16:creationId xmlns:a16="http://schemas.microsoft.com/office/drawing/2014/main" id="{595CDF1B-5DB5-701C-260B-C794275E9E6E}"/>
              </a:ext>
            </a:extLst>
          </p:cNvPr>
          <p:cNvSpPr/>
          <p:nvPr/>
        </p:nvSpPr>
        <p:spPr>
          <a:xfrm>
            <a:off x="9906550" y="4098927"/>
            <a:ext cx="548916" cy="64412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19B06D3A-4823-ACA8-901A-FE2F983BE85E}"/>
              </a:ext>
            </a:extLst>
          </p:cNvPr>
          <p:cNvSpPr/>
          <p:nvPr/>
        </p:nvSpPr>
        <p:spPr>
          <a:xfrm>
            <a:off x="8282110" y="2560320"/>
            <a:ext cx="827347" cy="465964"/>
          </a:xfrm>
          <a:prstGeom prst="ellipse">
            <a:avLst/>
          </a:prstGeom>
          <a:solidFill>
            <a:srgbClr val="73A0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0" name="Lige pilforbindelse 29">
            <a:extLst>
              <a:ext uri="{FF2B5EF4-FFF2-40B4-BE49-F238E27FC236}">
                <a16:creationId xmlns:a16="http://schemas.microsoft.com/office/drawing/2014/main" id="{69A3580E-382A-F4B7-B827-BA274E411892}"/>
              </a:ext>
            </a:extLst>
          </p:cNvPr>
          <p:cNvCxnSpPr>
            <a:cxnSpLocks/>
          </p:cNvCxnSpPr>
          <p:nvPr/>
        </p:nvCxnSpPr>
        <p:spPr>
          <a:xfrm flipV="1">
            <a:off x="9146187" y="2657602"/>
            <a:ext cx="592174" cy="872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kstfelt 31">
            <a:extLst>
              <a:ext uri="{FF2B5EF4-FFF2-40B4-BE49-F238E27FC236}">
                <a16:creationId xmlns:a16="http://schemas.microsoft.com/office/drawing/2014/main" id="{B5569D2A-F4B4-110D-7781-40B206AA656F}"/>
              </a:ext>
            </a:extLst>
          </p:cNvPr>
          <p:cNvSpPr txBox="1"/>
          <p:nvPr/>
        </p:nvSpPr>
        <p:spPr>
          <a:xfrm>
            <a:off x="8282110" y="2654802"/>
            <a:ext cx="856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</a:t>
            </a:r>
            <a:r>
              <a:rPr lang="en-US" sz="1400" baseline="-25000" dirty="0"/>
              <a:t>g</a:t>
            </a:r>
            <a:r>
              <a:rPr lang="en-US" sz="1400" dirty="0"/>
              <a:t> ~ 14 Å</a:t>
            </a:r>
          </a:p>
        </p:txBody>
      </p:sp>
      <p:sp>
        <p:nvSpPr>
          <p:cNvPr id="33" name="Tekstfelt 32">
            <a:extLst>
              <a:ext uri="{FF2B5EF4-FFF2-40B4-BE49-F238E27FC236}">
                <a16:creationId xmlns:a16="http://schemas.microsoft.com/office/drawing/2014/main" id="{52670DA0-EF92-FF14-A690-846C2E6EE316}"/>
              </a:ext>
            </a:extLst>
          </p:cNvPr>
          <p:cNvSpPr txBox="1"/>
          <p:nvPr/>
        </p:nvSpPr>
        <p:spPr>
          <a:xfrm>
            <a:off x="10825965" y="3869753"/>
            <a:ext cx="1494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Background</a:t>
            </a:r>
          </a:p>
          <a:p>
            <a:pPr algn="ctr"/>
            <a:endParaRPr 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B466EE-F6EB-4257-D7CC-B3CBF2C4CDE8}"/>
              </a:ext>
            </a:extLst>
          </p:cNvPr>
          <p:cNvSpPr txBox="1"/>
          <p:nvPr/>
        </p:nvSpPr>
        <p:spPr>
          <a:xfrm>
            <a:off x="8900389" y="1784049"/>
            <a:ext cx="476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  <a:r>
              <a:rPr lang="en-US" baseline="30000" dirty="0"/>
              <a:t>-1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63A9D-A275-924C-6451-11B7415D35D3}"/>
              </a:ext>
            </a:extLst>
          </p:cNvPr>
          <p:cNvSpPr txBox="1"/>
          <p:nvPr/>
        </p:nvSpPr>
        <p:spPr>
          <a:xfrm>
            <a:off x="10411444" y="3031719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  <a:r>
              <a:rPr lang="en-US" baseline="30000" dirty="0"/>
              <a:t>-4</a:t>
            </a:r>
          </a:p>
        </p:txBody>
      </p:sp>
    </p:spTree>
    <p:extLst>
      <p:ext uri="{BB962C8B-B14F-4D97-AF65-F5344CB8AC3E}">
        <p14:creationId xmlns:p14="http://schemas.microsoft.com/office/powerpoint/2010/main" val="34387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13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(r17) Jeppe Breum</dc:creator>
  <cp:lastModifiedBy>Andreas Haahr Larsen</cp:lastModifiedBy>
  <cp:revision>3</cp:revision>
  <dcterms:created xsi:type="dcterms:W3CDTF">2025-11-28T11:55:52Z</dcterms:created>
  <dcterms:modified xsi:type="dcterms:W3CDTF">2026-07-30T11:56:03Z</dcterms:modified>
</cp:coreProperties>
</file>