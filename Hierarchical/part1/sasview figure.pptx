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3A0B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720" autoAdjust="0"/>
    <p:restoredTop sz="94658"/>
  </p:normalViewPr>
  <p:slideViewPr>
    <p:cSldViewPr snapToGrid="0">
      <p:cViewPr varScale="1">
        <p:scale>
          <a:sx n="116" d="100"/>
          <a:sy n="116" d="100"/>
        </p:scale>
        <p:origin x="21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09D8F50-3AA3-FE25-3EB4-9534561F85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a-DK"/>
              <a:t>Klik for at redigere titeltypografien i masteren</a:t>
            </a:r>
            <a:endParaRPr lang="en-US"/>
          </a:p>
        </p:txBody>
      </p:sp>
      <p:sp>
        <p:nvSpPr>
          <p:cNvPr id="3" name="Undertitel 2">
            <a:extLst>
              <a:ext uri="{FF2B5EF4-FFF2-40B4-BE49-F238E27FC236}">
                <a16:creationId xmlns:a16="http://schemas.microsoft.com/office/drawing/2014/main" id="{987EF398-6CC4-2858-E456-7873A8675D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/>
              <a:t>Klik for at redigere undertiteltypografien i masteren</a:t>
            </a:r>
            <a:endParaRPr lang="en-US"/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9B833242-73DA-EF76-56B4-A36B416C3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ED0363-3026-4CDF-906E-EF6732D712AE}" type="datetimeFigureOut">
              <a:rPr lang="en-US" smtClean="0"/>
              <a:t>7/30/26</a:t>
            </a:fld>
            <a:endParaRPr lang="en-US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722A14B4-BBFE-88D6-7BEF-10433B69A2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0F1F47E4-07E3-4D1A-92F7-03FC559F49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5AFFD1-739A-4498-BBAE-67ED8EA43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81442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og indholdsobje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12C08AB-43A3-86F9-E07D-27DB831708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6B9DC148-14E4-61AC-BC50-4E540DBC1B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/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8E671054-4152-E568-4720-BB2B6B1F8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ED0363-3026-4CDF-906E-EF6732D712AE}" type="datetimeFigureOut">
              <a:rPr lang="en-US" smtClean="0"/>
              <a:t>7/30/26</a:t>
            </a:fld>
            <a:endParaRPr lang="en-US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225E5A82-E087-316D-EBCD-C5D06DAB90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388F369F-9257-8F7B-B9CA-EC9FBB1698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5AFFD1-739A-4498-BBAE-67ED8EA43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7720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fsnitsoversk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ECDF75C-5993-8690-C410-17B19148E3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a-DK"/>
              <a:t>Klik for at redigere titeltypografien i masteren</a:t>
            </a:r>
            <a:endParaRPr lang="en-US"/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8A7CDC47-DE3E-9287-F76D-DF384A21DC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62F3C62E-4181-F39A-C4AA-AFB81876C7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ED0363-3026-4CDF-906E-EF6732D712AE}" type="datetimeFigureOut">
              <a:rPr lang="en-US" smtClean="0"/>
              <a:t>7/30/26</a:t>
            </a:fld>
            <a:endParaRPr lang="en-US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A09E8033-AEEA-8F54-1F70-F7633F9461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F1AB9217-6207-F894-C74D-713C4DD661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5AFFD1-739A-4498-BBAE-67ED8EA43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2319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o indholdsobjek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C108BD9-C580-8D4A-2110-DBA258F96C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FC1272A2-FA0F-D83F-DCF3-7CB8E874FEC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/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0844DE0B-37DD-1159-7872-6C38C6DE5A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/>
          </a:p>
        </p:txBody>
      </p:sp>
      <p:sp>
        <p:nvSpPr>
          <p:cNvPr id="5" name="Pladsholder til dato 4">
            <a:extLst>
              <a:ext uri="{FF2B5EF4-FFF2-40B4-BE49-F238E27FC236}">
                <a16:creationId xmlns:a16="http://schemas.microsoft.com/office/drawing/2014/main" id="{DFB5AFB3-EC6F-E4E3-84E7-9EC6A8B2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ED0363-3026-4CDF-906E-EF6732D712AE}" type="datetimeFigureOut">
              <a:rPr lang="en-US" smtClean="0"/>
              <a:t>7/30/26</a:t>
            </a:fld>
            <a:endParaRPr lang="en-US"/>
          </a:p>
        </p:txBody>
      </p:sp>
      <p:sp>
        <p:nvSpPr>
          <p:cNvPr id="6" name="Pladsholder til sidefod 5">
            <a:extLst>
              <a:ext uri="{FF2B5EF4-FFF2-40B4-BE49-F238E27FC236}">
                <a16:creationId xmlns:a16="http://schemas.microsoft.com/office/drawing/2014/main" id="{B091CB47-A604-DF01-23AF-977F06EEC6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Pladsholder til slidenummer 6">
            <a:extLst>
              <a:ext uri="{FF2B5EF4-FFF2-40B4-BE49-F238E27FC236}">
                <a16:creationId xmlns:a16="http://schemas.microsoft.com/office/drawing/2014/main" id="{4A32BF22-E273-5A31-7519-1A0BAFB020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5AFFD1-739A-4498-BBAE-67ED8EA43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32990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Sammenlig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B4A4699-93B4-0B05-0146-1DB645447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a-DK"/>
              <a:t>Klik for at redigere titeltypografien i masteren</a:t>
            </a:r>
            <a:endParaRPr lang="en-US"/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665216D3-1811-1955-FBA1-E8484438F9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06B4076D-2E27-D9A3-D3C6-860C16FF7B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/>
          </a:p>
        </p:txBody>
      </p:sp>
      <p:sp>
        <p:nvSpPr>
          <p:cNvPr id="5" name="Pladsholder til tekst 4">
            <a:extLst>
              <a:ext uri="{FF2B5EF4-FFF2-40B4-BE49-F238E27FC236}">
                <a16:creationId xmlns:a16="http://schemas.microsoft.com/office/drawing/2014/main" id="{F33260F2-8B5A-76A2-0FFF-DC1CAEF0E2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6" name="Pladsholder til indhold 5">
            <a:extLst>
              <a:ext uri="{FF2B5EF4-FFF2-40B4-BE49-F238E27FC236}">
                <a16:creationId xmlns:a16="http://schemas.microsoft.com/office/drawing/2014/main" id="{F86FD488-66EF-2AC2-5F13-0F08C73811A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/>
          </a:p>
        </p:txBody>
      </p:sp>
      <p:sp>
        <p:nvSpPr>
          <p:cNvPr id="7" name="Pladsholder til dato 6">
            <a:extLst>
              <a:ext uri="{FF2B5EF4-FFF2-40B4-BE49-F238E27FC236}">
                <a16:creationId xmlns:a16="http://schemas.microsoft.com/office/drawing/2014/main" id="{DB7509B3-43A9-CE9D-8D61-8045D6E048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ED0363-3026-4CDF-906E-EF6732D712AE}" type="datetimeFigureOut">
              <a:rPr lang="en-US" smtClean="0"/>
              <a:t>7/30/26</a:t>
            </a:fld>
            <a:endParaRPr lang="en-US"/>
          </a:p>
        </p:txBody>
      </p:sp>
      <p:sp>
        <p:nvSpPr>
          <p:cNvPr id="8" name="Pladsholder til sidefod 7">
            <a:extLst>
              <a:ext uri="{FF2B5EF4-FFF2-40B4-BE49-F238E27FC236}">
                <a16:creationId xmlns:a16="http://schemas.microsoft.com/office/drawing/2014/main" id="{FBAA04DC-EF4E-B0F3-E46E-BE4064956B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Pladsholder til slidenummer 8">
            <a:extLst>
              <a:ext uri="{FF2B5EF4-FFF2-40B4-BE49-F238E27FC236}">
                <a16:creationId xmlns:a16="http://schemas.microsoft.com/office/drawing/2014/main" id="{88F6FBEC-A14F-BC56-2F2C-E251D4F87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5AFFD1-739A-4498-BBAE-67ED8EA43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47966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DF59C0C-0FCE-9A18-A668-9B68AB77C3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/>
          </a:p>
        </p:txBody>
      </p:sp>
      <p:sp>
        <p:nvSpPr>
          <p:cNvPr id="3" name="Pladsholder til dato 2">
            <a:extLst>
              <a:ext uri="{FF2B5EF4-FFF2-40B4-BE49-F238E27FC236}">
                <a16:creationId xmlns:a16="http://schemas.microsoft.com/office/drawing/2014/main" id="{90289D7B-5549-7111-8BE9-07586F8405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ED0363-3026-4CDF-906E-EF6732D712AE}" type="datetimeFigureOut">
              <a:rPr lang="en-US" smtClean="0"/>
              <a:t>7/30/26</a:t>
            </a:fld>
            <a:endParaRPr lang="en-US"/>
          </a:p>
        </p:txBody>
      </p:sp>
      <p:sp>
        <p:nvSpPr>
          <p:cNvPr id="4" name="Pladsholder til sidefod 3">
            <a:extLst>
              <a:ext uri="{FF2B5EF4-FFF2-40B4-BE49-F238E27FC236}">
                <a16:creationId xmlns:a16="http://schemas.microsoft.com/office/drawing/2014/main" id="{51FA9D3F-36BD-EA98-B6C1-6E75E9B1BD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ladsholder til slidenummer 4">
            <a:extLst>
              <a:ext uri="{FF2B5EF4-FFF2-40B4-BE49-F238E27FC236}">
                <a16:creationId xmlns:a16="http://schemas.microsoft.com/office/drawing/2014/main" id="{AAB8C3D9-1480-4F5B-5697-4EDC1EF95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5AFFD1-739A-4498-BBAE-67ED8EA43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3778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dato 1">
            <a:extLst>
              <a:ext uri="{FF2B5EF4-FFF2-40B4-BE49-F238E27FC236}">
                <a16:creationId xmlns:a16="http://schemas.microsoft.com/office/drawing/2014/main" id="{4B09A446-81B0-A029-E4A9-7A0EF8370A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ED0363-3026-4CDF-906E-EF6732D712AE}" type="datetimeFigureOut">
              <a:rPr lang="en-US" smtClean="0"/>
              <a:t>7/30/26</a:t>
            </a:fld>
            <a:endParaRPr lang="en-US"/>
          </a:p>
        </p:txBody>
      </p:sp>
      <p:sp>
        <p:nvSpPr>
          <p:cNvPr id="3" name="Pladsholder til sidefod 2">
            <a:extLst>
              <a:ext uri="{FF2B5EF4-FFF2-40B4-BE49-F238E27FC236}">
                <a16:creationId xmlns:a16="http://schemas.microsoft.com/office/drawing/2014/main" id="{4B60B2A4-0934-28F7-7B71-38E317277F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D79C85AA-134F-89B3-575A-09BE9BDFD2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5AFFD1-739A-4498-BBAE-67ED8EA43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66833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dhold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18463B5-69E5-A44F-EDB8-B7C58DDDB7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a-DK"/>
              <a:t>Klik for at redigere titeltypografien i masteren</a:t>
            </a:r>
            <a:endParaRPr lang="en-US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35C0E547-8F5A-60B4-88C2-04597B326B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/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2CCF2DA3-EF7E-5445-611D-76CA6F645C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Pladsholder til dato 4">
            <a:extLst>
              <a:ext uri="{FF2B5EF4-FFF2-40B4-BE49-F238E27FC236}">
                <a16:creationId xmlns:a16="http://schemas.microsoft.com/office/drawing/2014/main" id="{1CB4C94D-EDA9-3F75-D93B-BC371752BC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ED0363-3026-4CDF-906E-EF6732D712AE}" type="datetimeFigureOut">
              <a:rPr lang="en-US" smtClean="0"/>
              <a:t>7/30/26</a:t>
            </a:fld>
            <a:endParaRPr lang="en-US"/>
          </a:p>
        </p:txBody>
      </p:sp>
      <p:sp>
        <p:nvSpPr>
          <p:cNvPr id="6" name="Pladsholder til sidefod 5">
            <a:extLst>
              <a:ext uri="{FF2B5EF4-FFF2-40B4-BE49-F238E27FC236}">
                <a16:creationId xmlns:a16="http://schemas.microsoft.com/office/drawing/2014/main" id="{7D5AE47C-05D6-5D30-9644-190CE27FB2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Pladsholder til slidenummer 6">
            <a:extLst>
              <a:ext uri="{FF2B5EF4-FFF2-40B4-BE49-F238E27FC236}">
                <a16:creationId xmlns:a16="http://schemas.microsoft.com/office/drawing/2014/main" id="{8C375709-DD6D-CA38-E4E3-8251E992C2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5AFFD1-739A-4498-BBAE-67ED8EA43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23969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lede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6DCE573-099F-3DE3-16F4-AFAF967EE9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a-DK"/>
              <a:t>Klik for at redigere titeltypografien i masteren</a:t>
            </a:r>
            <a:endParaRPr lang="en-US"/>
          </a:p>
        </p:txBody>
      </p:sp>
      <p:sp>
        <p:nvSpPr>
          <p:cNvPr id="3" name="Pladsholder til billede 2">
            <a:extLst>
              <a:ext uri="{FF2B5EF4-FFF2-40B4-BE49-F238E27FC236}">
                <a16:creationId xmlns:a16="http://schemas.microsoft.com/office/drawing/2014/main" id="{C78DC2C7-1D60-DE28-0FD9-3ACDDED2A9D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BF2A65C6-D48B-410B-1B8E-2544B65A53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Pladsholder til dato 4">
            <a:extLst>
              <a:ext uri="{FF2B5EF4-FFF2-40B4-BE49-F238E27FC236}">
                <a16:creationId xmlns:a16="http://schemas.microsoft.com/office/drawing/2014/main" id="{71411E2B-A31A-89E8-90C9-22D73C7F28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ED0363-3026-4CDF-906E-EF6732D712AE}" type="datetimeFigureOut">
              <a:rPr lang="en-US" smtClean="0"/>
              <a:t>7/30/26</a:t>
            </a:fld>
            <a:endParaRPr lang="en-US"/>
          </a:p>
        </p:txBody>
      </p:sp>
      <p:sp>
        <p:nvSpPr>
          <p:cNvPr id="6" name="Pladsholder til sidefod 5">
            <a:extLst>
              <a:ext uri="{FF2B5EF4-FFF2-40B4-BE49-F238E27FC236}">
                <a16:creationId xmlns:a16="http://schemas.microsoft.com/office/drawing/2014/main" id="{98166F25-8C54-49D1-B042-E4E69EC16C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Pladsholder til slidenummer 6">
            <a:extLst>
              <a:ext uri="{FF2B5EF4-FFF2-40B4-BE49-F238E27FC236}">
                <a16:creationId xmlns:a16="http://schemas.microsoft.com/office/drawing/2014/main" id="{7673200C-0F47-5CFE-6D9F-41609450F3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5AFFD1-739A-4498-BBAE-67ED8EA43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0455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og lodret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E090AC1-B397-15C9-7A61-9A12A4E51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/>
          </a:p>
        </p:txBody>
      </p:sp>
      <p:sp>
        <p:nvSpPr>
          <p:cNvPr id="3" name="Pladsholder til lodret titel 2">
            <a:extLst>
              <a:ext uri="{FF2B5EF4-FFF2-40B4-BE49-F238E27FC236}">
                <a16:creationId xmlns:a16="http://schemas.microsoft.com/office/drawing/2014/main" id="{C8B3FEBC-D1AE-60A7-0538-B874854BBF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/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D65A9723-BB13-5058-1F01-66165A6975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ED0363-3026-4CDF-906E-EF6732D712AE}" type="datetimeFigureOut">
              <a:rPr lang="en-US" smtClean="0"/>
              <a:t>7/30/26</a:t>
            </a:fld>
            <a:endParaRPr lang="en-US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46B7379D-1CD4-8B07-C7F7-1FE2EB84B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628D4020-2682-DFA0-F3D5-8DE3917E5A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5AFFD1-739A-4498-BBAE-67ED8EA43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68947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ret titel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dret titel 1">
            <a:extLst>
              <a:ext uri="{FF2B5EF4-FFF2-40B4-BE49-F238E27FC236}">
                <a16:creationId xmlns:a16="http://schemas.microsoft.com/office/drawing/2014/main" id="{9F9BC3EA-C87C-4A14-E178-8E1AE7E5EA8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a-DK"/>
              <a:t>Klik for at redigere titeltypografien i masteren</a:t>
            </a:r>
            <a:endParaRPr lang="en-US"/>
          </a:p>
        </p:txBody>
      </p:sp>
      <p:sp>
        <p:nvSpPr>
          <p:cNvPr id="3" name="Pladsholder til lodret titel 2">
            <a:extLst>
              <a:ext uri="{FF2B5EF4-FFF2-40B4-BE49-F238E27FC236}">
                <a16:creationId xmlns:a16="http://schemas.microsoft.com/office/drawing/2014/main" id="{A3648B19-897F-96D3-A93F-1ACF8DC302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/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7ABD04D4-2DDC-4414-F4DF-B4177057B5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ED0363-3026-4CDF-906E-EF6732D712AE}" type="datetimeFigureOut">
              <a:rPr lang="en-US" smtClean="0"/>
              <a:t>7/30/26</a:t>
            </a:fld>
            <a:endParaRPr lang="en-US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3CFDA626-40CE-31BB-72E5-E40F7A6D03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31B2F805-5CA3-012C-D865-AD527CD83B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5AFFD1-739A-4498-BBAE-67ED8EA43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6325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itel 1">
            <a:extLst>
              <a:ext uri="{FF2B5EF4-FFF2-40B4-BE49-F238E27FC236}">
                <a16:creationId xmlns:a16="http://schemas.microsoft.com/office/drawing/2014/main" id="{DF16BB9C-BA14-712D-7E0D-76E892E37E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a-DK"/>
              <a:t>Klik for at redigere titeltypografien i masteren</a:t>
            </a:r>
            <a:endParaRPr lang="en-US"/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33B5DCAF-987C-1387-2AFE-09831C3265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/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42182311-0CE3-6E74-F16F-5410DE77DB2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BED0363-3026-4CDF-906E-EF6732D712AE}" type="datetimeFigureOut">
              <a:rPr lang="en-US" smtClean="0"/>
              <a:t>7/30/26</a:t>
            </a:fld>
            <a:endParaRPr lang="en-US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4705CCBB-F889-7D59-66A1-4B9A59A4D7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A2E6F636-B131-A260-DC8B-E19A6D1FC4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85AFFD1-739A-4498-BBAE-67ED8EA43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79518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Billede 23">
            <a:extLst>
              <a:ext uri="{FF2B5EF4-FFF2-40B4-BE49-F238E27FC236}">
                <a16:creationId xmlns:a16="http://schemas.microsoft.com/office/drawing/2014/main" id="{D14589B3-4BC8-8FD5-222A-8A01F8D597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59113"/>
            <a:ext cx="12192000" cy="3939773"/>
          </a:xfrm>
          <a:prstGeom prst="rect">
            <a:avLst/>
          </a:prstGeom>
        </p:spPr>
      </p:pic>
      <p:sp>
        <p:nvSpPr>
          <p:cNvPr id="6" name="Tekstfelt 5">
            <a:extLst>
              <a:ext uri="{FF2B5EF4-FFF2-40B4-BE49-F238E27FC236}">
                <a16:creationId xmlns:a16="http://schemas.microsoft.com/office/drawing/2014/main" id="{577EBC88-A7F1-6BB4-A3BC-6CB787BEDDB1}"/>
              </a:ext>
            </a:extLst>
          </p:cNvPr>
          <p:cNvSpPr txBox="1"/>
          <p:nvPr/>
        </p:nvSpPr>
        <p:spPr>
          <a:xfrm>
            <a:off x="6528860" y="2113426"/>
            <a:ext cx="12344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Low-q</a:t>
            </a:r>
          </a:p>
          <a:p>
            <a:pPr algn="ctr"/>
            <a:r>
              <a:rPr lang="en-US" sz="1400" dirty="0"/>
              <a:t>Guinier</a:t>
            </a:r>
          </a:p>
        </p:txBody>
      </p:sp>
      <p:sp>
        <p:nvSpPr>
          <p:cNvPr id="8" name="Tekstfelt 7">
            <a:extLst>
              <a:ext uri="{FF2B5EF4-FFF2-40B4-BE49-F238E27FC236}">
                <a16:creationId xmlns:a16="http://schemas.microsoft.com/office/drawing/2014/main" id="{A7424392-B249-3B5A-02B4-B6BE7619E500}"/>
              </a:ext>
            </a:extLst>
          </p:cNvPr>
          <p:cNvSpPr txBox="1"/>
          <p:nvPr/>
        </p:nvSpPr>
        <p:spPr>
          <a:xfrm>
            <a:off x="8004829" y="3407125"/>
            <a:ext cx="149488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/>
              <a:t>Mid-q</a:t>
            </a:r>
          </a:p>
          <a:p>
            <a:pPr algn="ctr"/>
            <a:r>
              <a:rPr lang="en-US" sz="1400" dirty="0"/>
              <a:t>Power law</a:t>
            </a:r>
          </a:p>
        </p:txBody>
      </p:sp>
      <p:sp>
        <p:nvSpPr>
          <p:cNvPr id="11" name="Cylinder 10">
            <a:extLst>
              <a:ext uri="{FF2B5EF4-FFF2-40B4-BE49-F238E27FC236}">
                <a16:creationId xmlns:a16="http://schemas.microsoft.com/office/drawing/2014/main" id="{027506AE-E18A-9C87-0AB5-ABBCD0242BDB}"/>
              </a:ext>
            </a:extLst>
          </p:cNvPr>
          <p:cNvSpPr/>
          <p:nvPr/>
        </p:nvSpPr>
        <p:spPr>
          <a:xfrm>
            <a:off x="6892309" y="2958709"/>
            <a:ext cx="464820" cy="1599567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ktangel 11">
            <a:extLst>
              <a:ext uri="{FF2B5EF4-FFF2-40B4-BE49-F238E27FC236}">
                <a16:creationId xmlns:a16="http://schemas.microsoft.com/office/drawing/2014/main" id="{98B519D4-AAB4-6CFA-E5C4-B8BACA6C001E}"/>
              </a:ext>
            </a:extLst>
          </p:cNvPr>
          <p:cNvSpPr/>
          <p:nvPr/>
        </p:nvSpPr>
        <p:spPr>
          <a:xfrm>
            <a:off x="6568459" y="2697100"/>
            <a:ext cx="1112520" cy="2045955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ktangel 14">
            <a:extLst>
              <a:ext uri="{FF2B5EF4-FFF2-40B4-BE49-F238E27FC236}">
                <a16:creationId xmlns:a16="http://schemas.microsoft.com/office/drawing/2014/main" id="{82B6D59D-F4D1-064F-044A-82C3AA3C49FA}"/>
              </a:ext>
            </a:extLst>
          </p:cNvPr>
          <p:cNvSpPr/>
          <p:nvPr/>
        </p:nvSpPr>
        <p:spPr>
          <a:xfrm>
            <a:off x="8481061" y="3947488"/>
            <a:ext cx="518160" cy="7784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ktangel 13">
            <a:extLst>
              <a:ext uri="{FF2B5EF4-FFF2-40B4-BE49-F238E27FC236}">
                <a16:creationId xmlns:a16="http://schemas.microsoft.com/office/drawing/2014/main" id="{C4E049B2-1104-C578-809A-1ADD242DF1EB}"/>
              </a:ext>
            </a:extLst>
          </p:cNvPr>
          <p:cNvSpPr/>
          <p:nvPr/>
        </p:nvSpPr>
        <p:spPr>
          <a:xfrm>
            <a:off x="8284846" y="3942100"/>
            <a:ext cx="910590" cy="77842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Lige forbindelse 16">
            <a:extLst>
              <a:ext uri="{FF2B5EF4-FFF2-40B4-BE49-F238E27FC236}">
                <a16:creationId xmlns:a16="http://schemas.microsoft.com/office/drawing/2014/main" id="{0BF8CA82-B5DB-5F01-DC09-8CA8B9F7C464}"/>
              </a:ext>
            </a:extLst>
          </p:cNvPr>
          <p:cNvCxnSpPr>
            <a:cxnSpLocks/>
          </p:cNvCxnSpPr>
          <p:nvPr/>
        </p:nvCxnSpPr>
        <p:spPr>
          <a:xfrm flipV="1">
            <a:off x="9814560" y="1623060"/>
            <a:ext cx="0" cy="333375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Lige forbindelse 18">
            <a:extLst>
              <a:ext uri="{FF2B5EF4-FFF2-40B4-BE49-F238E27FC236}">
                <a16:creationId xmlns:a16="http://schemas.microsoft.com/office/drawing/2014/main" id="{1AA6D1C8-CE85-B401-9B6A-3A4F8C45A091}"/>
              </a:ext>
            </a:extLst>
          </p:cNvPr>
          <p:cNvCxnSpPr>
            <a:cxnSpLocks/>
          </p:cNvCxnSpPr>
          <p:nvPr/>
        </p:nvCxnSpPr>
        <p:spPr>
          <a:xfrm flipV="1">
            <a:off x="10965180" y="2113426"/>
            <a:ext cx="0" cy="287655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ktangel 20">
            <a:extLst>
              <a:ext uri="{FF2B5EF4-FFF2-40B4-BE49-F238E27FC236}">
                <a16:creationId xmlns:a16="http://schemas.microsoft.com/office/drawing/2014/main" id="{7C049059-CACE-4616-1DDD-03075D6E7AA9}"/>
              </a:ext>
            </a:extLst>
          </p:cNvPr>
          <p:cNvSpPr/>
          <p:nvPr/>
        </p:nvSpPr>
        <p:spPr>
          <a:xfrm>
            <a:off x="9913482" y="4098928"/>
            <a:ext cx="295415" cy="64412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kstfelt 21">
            <a:extLst>
              <a:ext uri="{FF2B5EF4-FFF2-40B4-BE49-F238E27FC236}">
                <a16:creationId xmlns:a16="http://schemas.microsoft.com/office/drawing/2014/main" id="{61D04BDC-9CBB-F3B1-B4E1-61570CDCAFFA}"/>
              </a:ext>
            </a:extLst>
          </p:cNvPr>
          <p:cNvSpPr txBox="1"/>
          <p:nvPr/>
        </p:nvSpPr>
        <p:spPr>
          <a:xfrm>
            <a:off x="9433565" y="3771275"/>
            <a:ext cx="149488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/>
              <a:t>High-q</a:t>
            </a:r>
          </a:p>
          <a:p>
            <a:pPr algn="ctr"/>
            <a:endParaRPr lang="en-US" sz="1400" dirty="0"/>
          </a:p>
        </p:txBody>
      </p:sp>
      <p:cxnSp>
        <p:nvCxnSpPr>
          <p:cNvPr id="27" name="Lige forbindelse 26">
            <a:extLst>
              <a:ext uri="{FF2B5EF4-FFF2-40B4-BE49-F238E27FC236}">
                <a16:creationId xmlns:a16="http://schemas.microsoft.com/office/drawing/2014/main" id="{46451DBB-E199-AA56-924C-16412A0630D9}"/>
              </a:ext>
            </a:extLst>
          </p:cNvPr>
          <p:cNvCxnSpPr>
            <a:cxnSpLocks/>
          </p:cNvCxnSpPr>
          <p:nvPr/>
        </p:nvCxnSpPr>
        <p:spPr>
          <a:xfrm flipV="1">
            <a:off x="10209116" y="4098926"/>
            <a:ext cx="0" cy="64412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Rektangel 19">
            <a:extLst>
              <a:ext uri="{FF2B5EF4-FFF2-40B4-BE49-F238E27FC236}">
                <a16:creationId xmlns:a16="http://schemas.microsoft.com/office/drawing/2014/main" id="{595CDF1B-5DB5-701C-260B-C794275E9E6E}"/>
              </a:ext>
            </a:extLst>
          </p:cNvPr>
          <p:cNvSpPr/>
          <p:nvPr/>
        </p:nvSpPr>
        <p:spPr>
          <a:xfrm>
            <a:off x="9906550" y="4098927"/>
            <a:ext cx="548916" cy="644127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Ellipse 27">
            <a:extLst>
              <a:ext uri="{FF2B5EF4-FFF2-40B4-BE49-F238E27FC236}">
                <a16:creationId xmlns:a16="http://schemas.microsoft.com/office/drawing/2014/main" id="{19B06D3A-4823-ACA8-901A-FE2F983BE85E}"/>
              </a:ext>
            </a:extLst>
          </p:cNvPr>
          <p:cNvSpPr/>
          <p:nvPr/>
        </p:nvSpPr>
        <p:spPr>
          <a:xfrm>
            <a:off x="8282110" y="2560320"/>
            <a:ext cx="989235" cy="465964"/>
          </a:xfrm>
          <a:prstGeom prst="ellipse">
            <a:avLst/>
          </a:prstGeom>
          <a:solidFill>
            <a:srgbClr val="73A0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30" name="Lige pilforbindelse 29">
            <a:extLst>
              <a:ext uri="{FF2B5EF4-FFF2-40B4-BE49-F238E27FC236}">
                <a16:creationId xmlns:a16="http://schemas.microsoft.com/office/drawing/2014/main" id="{69A3580E-382A-F4B7-B827-BA274E411892}"/>
              </a:ext>
            </a:extLst>
          </p:cNvPr>
          <p:cNvCxnSpPr>
            <a:cxnSpLocks/>
          </p:cNvCxnSpPr>
          <p:nvPr/>
        </p:nvCxnSpPr>
        <p:spPr>
          <a:xfrm flipH="1" flipV="1">
            <a:off x="8201363" y="1989859"/>
            <a:ext cx="238046" cy="52322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kstfelt 31">
            <a:extLst>
              <a:ext uri="{FF2B5EF4-FFF2-40B4-BE49-F238E27FC236}">
                <a16:creationId xmlns:a16="http://schemas.microsoft.com/office/drawing/2014/main" id="{B5569D2A-F4B4-110D-7781-40B206AA656F}"/>
              </a:ext>
            </a:extLst>
          </p:cNvPr>
          <p:cNvSpPr txBox="1"/>
          <p:nvPr/>
        </p:nvSpPr>
        <p:spPr>
          <a:xfrm>
            <a:off x="8282110" y="2654802"/>
            <a:ext cx="9525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R</a:t>
            </a:r>
            <a:r>
              <a:rPr lang="en-US" sz="1400" baseline="-25000" dirty="0"/>
              <a:t>g</a:t>
            </a:r>
            <a:r>
              <a:rPr lang="en-US" sz="1400" dirty="0"/>
              <a:t> ~ 100 Å</a:t>
            </a:r>
          </a:p>
        </p:txBody>
      </p:sp>
      <p:sp>
        <p:nvSpPr>
          <p:cNvPr id="33" name="Tekstfelt 32">
            <a:extLst>
              <a:ext uri="{FF2B5EF4-FFF2-40B4-BE49-F238E27FC236}">
                <a16:creationId xmlns:a16="http://schemas.microsoft.com/office/drawing/2014/main" id="{52670DA0-EF92-FF14-A690-846C2E6EE316}"/>
              </a:ext>
            </a:extLst>
          </p:cNvPr>
          <p:cNvSpPr txBox="1"/>
          <p:nvPr/>
        </p:nvSpPr>
        <p:spPr>
          <a:xfrm>
            <a:off x="10825965" y="3869753"/>
            <a:ext cx="149488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/>
              <a:t>Background</a:t>
            </a:r>
          </a:p>
          <a:p>
            <a:pPr algn="ctr"/>
            <a:endParaRPr lang="en-US" sz="14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1B466EE-F6EB-4257-D7CC-B3CBF2C4CDE8}"/>
              </a:ext>
            </a:extLst>
          </p:cNvPr>
          <p:cNvSpPr txBox="1"/>
          <p:nvPr/>
        </p:nvSpPr>
        <p:spPr>
          <a:xfrm>
            <a:off x="8900389" y="1784049"/>
            <a:ext cx="4760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Q</a:t>
            </a:r>
            <a:r>
              <a:rPr lang="en-US" baseline="30000" dirty="0"/>
              <a:t>-1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563A9D-A275-924C-6451-11B7415D35D3}"/>
              </a:ext>
            </a:extLst>
          </p:cNvPr>
          <p:cNvSpPr txBox="1"/>
          <p:nvPr/>
        </p:nvSpPr>
        <p:spPr>
          <a:xfrm>
            <a:off x="10411444" y="3031719"/>
            <a:ext cx="4876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Q</a:t>
            </a:r>
            <a:r>
              <a:rPr lang="en-US" baseline="30000" dirty="0"/>
              <a:t>-4</a:t>
            </a:r>
          </a:p>
        </p:txBody>
      </p:sp>
    </p:spTree>
    <p:extLst>
      <p:ext uri="{BB962C8B-B14F-4D97-AF65-F5344CB8AC3E}">
        <p14:creationId xmlns:p14="http://schemas.microsoft.com/office/powerpoint/2010/main" val="3438717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</TotalTime>
  <Words>13</Words>
  <Application>Microsoft Macintosh PowerPoint</Application>
  <PresentationFormat>Widescreen</PresentationFormat>
  <Paragraphs>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Office-tema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(r17) Jeppe Breum</dc:creator>
  <cp:lastModifiedBy>Andreas Haahr Larsen</cp:lastModifiedBy>
  <cp:revision>5</cp:revision>
  <dcterms:created xsi:type="dcterms:W3CDTF">2025-11-28T11:55:52Z</dcterms:created>
  <dcterms:modified xsi:type="dcterms:W3CDTF">2026-07-30T12:32:45Z</dcterms:modified>
</cp:coreProperties>
</file>