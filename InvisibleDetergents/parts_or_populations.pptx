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 varScale="1">
        <p:scale>
          <a:sx n="117" d="100"/>
          <a:sy n="117" d="100"/>
        </p:scale>
        <p:origin x="808" y="16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E4802-1A36-A53E-1126-C7C61AFFC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A10B45-76D7-8999-F45B-AF43CC1F6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D17C9-5FA7-9428-41AA-2DC50C2BC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EF4-1D21-4F48-B564-A88C37AABD0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C698C-40E5-D222-FB83-BBD9FE075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03B84-3534-A68C-903B-1C7032138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B7F2-38FF-664D-B44D-C067DEA6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6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563F-A6AE-3B17-142D-658769674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E98D0-6E3E-9DE0-E165-9B9E71800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BB7CE-A7F5-EFC6-03B6-703B3638B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EF4-1D21-4F48-B564-A88C37AABD0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E0614-DC43-A635-F044-120E05EA6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53620-4502-0A54-0540-DACC9A55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B7F2-38FF-664D-B44D-C067DEA6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29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F9480-FBED-E816-EF4F-D6D5A9DE9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6A394-9379-A060-8A87-01D6C5348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8D730-CFF0-2700-C000-D7D7DBBE1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EF4-1D21-4F48-B564-A88C37AABD0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D9AD5-B62E-015F-6D4C-D4914670D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D471C-5DAB-1112-331C-7029A0F2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B7F2-38FF-664D-B44D-C067DEA6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736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6B0B4-00F5-F4D2-3B56-4D19E7ED0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EB67A-5241-3675-294F-A73BD0298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04D8E-4847-71DC-92E1-BDD709BC2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40017-C0E1-C7E5-CD04-031F7250F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EF4-1D21-4F48-B564-A88C37AABD0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40209-4E8E-B7C4-6EA2-DB613634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D9197-F887-A8E8-6BCF-02C188C11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B7F2-38FF-664D-B44D-C067DEA6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8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32CB1-053F-19EC-4D46-BC030F2A3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503B7-A69A-226B-22EC-B3F417586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67BF5-E7B6-3130-FAC9-DBA12BA90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A478C7-47E6-F7F5-BD83-6EADE06DFA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A98DBB-491C-0BE0-6F71-F8D134E2EA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81FB8D-921A-212C-0252-0577C914E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EF4-1D21-4F48-B564-A88C37AABD0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9C8DC-C025-F1F5-930C-787E85529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7B4859-A3C5-A3C5-5B7A-45704878B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B7F2-38FF-664D-B44D-C067DEA6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874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D644A-AF0A-D44E-5961-E025259E1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3EEF1-C373-3022-EE44-CC6484CEB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EF4-1D21-4F48-B564-A88C37AABD0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73E370-2ACD-E8FB-A184-5E318CA6E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3141E-FA2F-F9E1-BDB6-61C190815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B7F2-38FF-664D-B44D-C067DEA6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36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EC6D37-4617-8FE0-D029-489A58C29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EF4-1D21-4F48-B564-A88C37AABD0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F9AAF6-56A3-59C1-7362-8C5DD655E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5DD05-4B61-EFF1-1CB2-F7EFEC887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B7F2-38FF-664D-B44D-C067DEA6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20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09864-FBEB-52C8-349C-EA336BC8E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44B67-CF9A-EED4-5709-073785923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ADD02D-E7F3-2071-7601-E01AB6D2F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FBEFC-4603-257B-7360-77072BA84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EF4-1D21-4F48-B564-A88C37AABD0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60D33-AC0B-2D4D-B7CC-615F17B21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D2492-FEEA-78AC-BD94-F09DD0D1A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B7F2-38FF-664D-B44D-C067DEA6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71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7FAE1-B350-5884-259B-8D5EC1A07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2EAAD7-5F5C-224A-737A-EB9AAF8B1F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B0E07-B2BF-F11C-5543-20DB38F3FA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6F0E9-7EC7-3509-BF8D-8D0C38C7F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EF4-1D21-4F48-B564-A88C37AABD0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64999-40EE-ADD7-C9B1-CDF7B38B9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BD95D-CC3B-A923-E72C-3A5637D64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B7F2-38FF-664D-B44D-C067DEA6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07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D6001-6FA6-3CC7-7EB6-DC772CE66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4D4F6-731E-5FB8-E006-862A2E328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410E1-A451-2976-E516-FC165B4A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EF4-1D21-4F48-B564-A88C37AABD0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AC426-9D16-11AE-CC72-FE956DE2F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61F61-00A4-D6A6-E3C3-44B54265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B7F2-38FF-664D-B44D-C067DEA6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903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3A0A4C-C6D5-FDBD-C1DA-3B5047028B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64AD1D-6276-AE73-56F4-0E4387DA7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6E0F0-0658-3F33-93E3-D2DCD56AD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EF4-1D21-4F48-B564-A88C37AABD0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80D00-0E74-F0BE-83EF-C4AA7D838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4C3DD-5A3A-52E2-5CE3-4DF21A915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B7F2-38FF-664D-B44D-C067DEA6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71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658677-7909-7E5C-6B5A-0255B6A82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93282-6D21-B5B6-7EDA-1D7C0A790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31154-EA30-06E7-94D8-BEEC139FA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41EF4-1D21-4F48-B564-A88C37AABD0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725B3-C7FE-E652-E761-9023A4B60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3CC97-F675-0E0D-1352-B77188A55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0AB7F2-38FF-664D-B44D-C067DEA6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72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1EF2818-4C6B-EC6A-F26B-E33A95C5AB00}"/>
              </a:ext>
            </a:extLst>
          </p:cNvPr>
          <p:cNvSpPr/>
          <p:nvPr/>
        </p:nvSpPr>
        <p:spPr>
          <a:xfrm>
            <a:off x="2275115" y="1393371"/>
            <a:ext cx="3614057" cy="304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0BE156F-6954-8896-D022-2C667B8EF954}"/>
              </a:ext>
            </a:extLst>
          </p:cNvPr>
          <p:cNvGrpSpPr/>
          <p:nvPr/>
        </p:nvGrpSpPr>
        <p:grpSpPr>
          <a:xfrm>
            <a:off x="3541884" y="2125547"/>
            <a:ext cx="464059" cy="464059"/>
            <a:chOff x="1092598" y="1798976"/>
            <a:chExt cx="464059" cy="46405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E19E654-3E22-4C1A-7A2F-4FBE68B02C64}"/>
                </a:ext>
              </a:extLst>
            </p:cNvPr>
            <p:cNvSpPr/>
            <p:nvPr/>
          </p:nvSpPr>
          <p:spPr>
            <a:xfrm>
              <a:off x="1092598" y="1798976"/>
              <a:ext cx="464059" cy="464059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12885CE-A6B1-DF7E-68EC-F5B2865192D6}"/>
                </a:ext>
              </a:extLst>
            </p:cNvPr>
            <p:cNvSpPr/>
            <p:nvPr/>
          </p:nvSpPr>
          <p:spPr>
            <a:xfrm>
              <a:off x="1170170" y="1876548"/>
              <a:ext cx="308913" cy="30891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8331F6C-E85C-48DB-4CFA-AF485FA2EFB5}"/>
              </a:ext>
            </a:extLst>
          </p:cNvPr>
          <p:cNvGrpSpPr/>
          <p:nvPr/>
        </p:nvGrpSpPr>
        <p:grpSpPr>
          <a:xfrm>
            <a:off x="3696339" y="3275406"/>
            <a:ext cx="464059" cy="464059"/>
            <a:chOff x="1092598" y="1798976"/>
            <a:chExt cx="464059" cy="464059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9DCBE19-946D-19BA-8365-40A21A3BA47B}"/>
                </a:ext>
              </a:extLst>
            </p:cNvPr>
            <p:cNvSpPr/>
            <p:nvPr/>
          </p:nvSpPr>
          <p:spPr>
            <a:xfrm>
              <a:off x="1092598" y="1798976"/>
              <a:ext cx="464059" cy="464059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C44846C-34DA-0BA8-B305-7FA7D8A9223E}"/>
                </a:ext>
              </a:extLst>
            </p:cNvPr>
            <p:cNvSpPr/>
            <p:nvPr/>
          </p:nvSpPr>
          <p:spPr>
            <a:xfrm>
              <a:off x="1170170" y="1876548"/>
              <a:ext cx="308913" cy="30891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298201D-EEFF-2E7E-9845-B6F54E7075D2}"/>
              </a:ext>
            </a:extLst>
          </p:cNvPr>
          <p:cNvGrpSpPr/>
          <p:nvPr/>
        </p:nvGrpSpPr>
        <p:grpSpPr>
          <a:xfrm>
            <a:off x="2933656" y="3739465"/>
            <a:ext cx="464059" cy="464059"/>
            <a:chOff x="1092598" y="1798976"/>
            <a:chExt cx="464059" cy="464059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98A0401-39D0-9FD4-A578-B5C750095D7B}"/>
                </a:ext>
              </a:extLst>
            </p:cNvPr>
            <p:cNvSpPr/>
            <p:nvPr/>
          </p:nvSpPr>
          <p:spPr>
            <a:xfrm>
              <a:off x="1092598" y="1798976"/>
              <a:ext cx="464059" cy="464059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92FE06F-1BF2-EC23-8DF6-2806F825A373}"/>
                </a:ext>
              </a:extLst>
            </p:cNvPr>
            <p:cNvSpPr/>
            <p:nvPr/>
          </p:nvSpPr>
          <p:spPr>
            <a:xfrm>
              <a:off x="1170170" y="1876548"/>
              <a:ext cx="308913" cy="30891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29B55BC-741E-8679-F794-C18BCE9EEB3E}"/>
              </a:ext>
            </a:extLst>
          </p:cNvPr>
          <p:cNvGrpSpPr/>
          <p:nvPr/>
        </p:nvGrpSpPr>
        <p:grpSpPr>
          <a:xfrm>
            <a:off x="4958399" y="1971089"/>
            <a:ext cx="464059" cy="464059"/>
            <a:chOff x="1092598" y="1798976"/>
            <a:chExt cx="464059" cy="464059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2220E95-AA18-1259-6652-1189D273FEF4}"/>
                </a:ext>
              </a:extLst>
            </p:cNvPr>
            <p:cNvSpPr/>
            <p:nvPr/>
          </p:nvSpPr>
          <p:spPr>
            <a:xfrm>
              <a:off x="1092598" y="1798976"/>
              <a:ext cx="464059" cy="464059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30B939B-F0EC-3E98-ACF1-BF7923F06AC2}"/>
                </a:ext>
              </a:extLst>
            </p:cNvPr>
            <p:cNvSpPr/>
            <p:nvPr/>
          </p:nvSpPr>
          <p:spPr>
            <a:xfrm>
              <a:off x="1170170" y="1876548"/>
              <a:ext cx="308913" cy="30891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E6394A5-C8E0-95B7-7D79-5ED898406C2E}"/>
              </a:ext>
            </a:extLst>
          </p:cNvPr>
          <p:cNvGrpSpPr/>
          <p:nvPr/>
        </p:nvGrpSpPr>
        <p:grpSpPr>
          <a:xfrm>
            <a:off x="4803941" y="3055718"/>
            <a:ext cx="464059" cy="464059"/>
            <a:chOff x="1092598" y="1798976"/>
            <a:chExt cx="464059" cy="464059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E1D491F-B0E8-0C9E-9AA2-769DCC7281BF}"/>
                </a:ext>
              </a:extLst>
            </p:cNvPr>
            <p:cNvSpPr/>
            <p:nvPr/>
          </p:nvSpPr>
          <p:spPr>
            <a:xfrm>
              <a:off x="1092598" y="1798976"/>
              <a:ext cx="464059" cy="464059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3DAE9BE-85CE-B5FE-B040-9CCFEF701262}"/>
                </a:ext>
              </a:extLst>
            </p:cNvPr>
            <p:cNvSpPr/>
            <p:nvPr/>
          </p:nvSpPr>
          <p:spPr>
            <a:xfrm>
              <a:off x="1170170" y="1876548"/>
              <a:ext cx="308913" cy="30891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7E8916E-1531-8F98-959A-582091B67B56}"/>
              </a:ext>
            </a:extLst>
          </p:cNvPr>
          <p:cNvSpPr txBox="1"/>
          <p:nvPr/>
        </p:nvSpPr>
        <p:spPr>
          <a:xfrm>
            <a:off x="2406780" y="1437140"/>
            <a:ext cx="33507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parts of particle with different  </a:t>
            </a:r>
            <a:r>
              <a:rPr lang="el-GR" sz="1600" dirty="0"/>
              <a:t>Δ</a:t>
            </a:r>
            <a:r>
              <a:rPr lang="da-DK" sz="1600" dirty="0"/>
              <a:t>SLD</a:t>
            </a:r>
            <a:endParaRPr lang="en-US" sz="16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6DA4F5-DE44-6439-7BFA-B0AD37823219}"/>
              </a:ext>
            </a:extLst>
          </p:cNvPr>
          <p:cNvSpPr/>
          <p:nvPr/>
        </p:nvSpPr>
        <p:spPr>
          <a:xfrm>
            <a:off x="6220456" y="1393371"/>
            <a:ext cx="3614057" cy="304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DE62422-6542-644C-2ECF-ADB4FED538B2}"/>
              </a:ext>
            </a:extLst>
          </p:cNvPr>
          <p:cNvSpPr/>
          <p:nvPr/>
        </p:nvSpPr>
        <p:spPr>
          <a:xfrm>
            <a:off x="7487225" y="2125547"/>
            <a:ext cx="464059" cy="464059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D07F09B-2444-E219-6630-1673ECED9A5D}"/>
              </a:ext>
            </a:extLst>
          </p:cNvPr>
          <p:cNvSpPr/>
          <p:nvPr/>
        </p:nvSpPr>
        <p:spPr>
          <a:xfrm>
            <a:off x="7564797" y="2203119"/>
            <a:ext cx="308913" cy="30891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6B989DC-EBA0-2E5B-85FD-B37DDBA03EFA}"/>
              </a:ext>
            </a:extLst>
          </p:cNvPr>
          <p:cNvGrpSpPr/>
          <p:nvPr/>
        </p:nvGrpSpPr>
        <p:grpSpPr>
          <a:xfrm>
            <a:off x="7641680" y="3275406"/>
            <a:ext cx="464059" cy="464059"/>
            <a:chOff x="7641680" y="3275406"/>
            <a:chExt cx="464059" cy="464059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8095F5B-5C09-76C0-E8A8-D70E52BA16EE}"/>
                </a:ext>
              </a:extLst>
            </p:cNvPr>
            <p:cNvSpPr/>
            <p:nvPr/>
          </p:nvSpPr>
          <p:spPr>
            <a:xfrm>
              <a:off x="7641680" y="3275406"/>
              <a:ext cx="464059" cy="464059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F4D147F-00F3-DB91-9343-110907830146}"/>
                </a:ext>
              </a:extLst>
            </p:cNvPr>
            <p:cNvSpPr/>
            <p:nvPr/>
          </p:nvSpPr>
          <p:spPr>
            <a:xfrm>
              <a:off x="7719252" y="3352978"/>
              <a:ext cx="308913" cy="30891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E15D821A-B853-6693-7BF0-B5CFE4AE4B08}"/>
              </a:ext>
            </a:extLst>
          </p:cNvPr>
          <p:cNvSpPr/>
          <p:nvPr/>
        </p:nvSpPr>
        <p:spPr>
          <a:xfrm>
            <a:off x="6956569" y="3817037"/>
            <a:ext cx="308913" cy="30891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00B1674-DD89-AC72-D9C3-BA0EC111409A}"/>
              </a:ext>
            </a:extLst>
          </p:cNvPr>
          <p:cNvSpPr/>
          <p:nvPr/>
        </p:nvSpPr>
        <p:spPr>
          <a:xfrm>
            <a:off x="8981312" y="2048661"/>
            <a:ext cx="308913" cy="30891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A42D66-198A-804E-F358-0747B0597DED}"/>
              </a:ext>
            </a:extLst>
          </p:cNvPr>
          <p:cNvSpPr txBox="1"/>
          <p:nvPr/>
        </p:nvSpPr>
        <p:spPr>
          <a:xfrm>
            <a:off x="6435977" y="1440260"/>
            <a:ext cx="3266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mix of particles with different </a:t>
            </a:r>
            <a:r>
              <a:rPr lang="el-GR" sz="1600" dirty="0"/>
              <a:t>Δ</a:t>
            </a:r>
            <a:r>
              <a:rPr lang="da-DK" sz="1600" dirty="0"/>
              <a:t>SLD</a:t>
            </a:r>
            <a:endParaRPr lang="en-US" sz="16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6F01DFB-73BA-7C3A-184F-170B42555A26}"/>
              </a:ext>
            </a:extLst>
          </p:cNvPr>
          <p:cNvSpPr/>
          <p:nvPr/>
        </p:nvSpPr>
        <p:spPr>
          <a:xfrm>
            <a:off x="9393781" y="2773201"/>
            <a:ext cx="308913" cy="30891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DE0630D-6CB2-BF66-9FF3-5EBA28AFCD37}"/>
              </a:ext>
            </a:extLst>
          </p:cNvPr>
          <p:cNvSpPr/>
          <p:nvPr/>
        </p:nvSpPr>
        <p:spPr>
          <a:xfrm>
            <a:off x="6666589" y="2309142"/>
            <a:ext cx="308913" cy="30891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C46C691-CCF1-5876-DF1C-62A08A9BC13D}"/>
              </a:ext>
            </a:extLst>
          </p:cNvPr>
          <p:cNvSpPr/>
          <p:nvPr/>
        </p:nvSpPr>
        <p:spPr>
          <a:xfrm>
            <a:off x="6337477" y="2946357"/>
            <a:ext cx="464059" cy="464059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9BE3611-44E8-2506-2555-6651B837A780}"/>
              </a:ext>
            </a:extLst>
          </p:cNvPr>
          <p:cNvSpPr/>
          <p:nvPr/>
        </p:nvSpPr>
        <p:spPr>
          <a:xfrm>
            <a:off x="6415049" y="3023929"/>
            <a:ext cx="308913" cy="30891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092A1A5-3694-6350-4018-4EFB3EF90686}"/>
              </a:ext>
            </a:extLst>
          </p:cNvPr>
          <p:cNvSpPr/>
          <p:nvPr/>
        </p:nvSpPr>
        <p:spPr>
          <a:xfrm>
            <a:off x="6918745" y="2655359"/>
            <a:ext cx="464059" cy="464059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6F3C908-EFDF-E593-89E9-392C2497CB61}"/>
              </a:ext>
            </a:extLst>
          </p:cNvPr>
          <p:cNvSpPr/>
          <p:nvPr/>
        </p:nvSpPr>
        <p:spPr>
          <a:xfrm>
            <a:off x="6996317" y="2732931"/>
            <a:ext cx="308913" cy="30891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02E93D0-A1A9-C0BA-3A9F-FEF4694C5694}"/>
              </a:ext>
            </a:extLst>
          </p:cNvPr>
          <p:cNvSpPr/>
          <p:nvPr/>
        </p:nvSpPr>
        <p:spPr>
          <a:xfrm>
            <a:off x="8239767" y="2773201"/>
            <a:ext cx="308913" cy="30891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885E998-2447-BF8A-3AB1-08B865532088}"/>
                  </a:ext>
                </a:extLst>
              </p:cNvPr>
              <p:cNvSpPr txBox="1"/>
              <p:nvPr/>
            </p:nvSpPr>
            <p:spPr>
              <a:xfrm>
                <a:off x="3598365" y="3627251"/>
                <a:ext cx="2365263" cy="7956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6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da-DK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da-DK" sz="1600" b="0" i="1" smtClean="0"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da-DK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da-DK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da-DK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da-DK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1600" b="0" i="0" smtClean="0">
                                      <a:latin typeface="Cambria Math" panose="02040503050406030204" pitchFamily="18" charset="0"/>
                                    </a:rPr>
                                    <m:t>ΔSL</m:t>
                                  </m:r>
                                  <m:sSub>
                                    <m:sSubPr>
                                      <m:ctrlPr>
                                        <a:rPr lang="da-DK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da-DK" sz="1600" b="0" i="0" smtClean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da-DK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da-DK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16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da-DK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da-DK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885E998-2447-BF8A-3AB1-08B865532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365" y="3627251"/>
                <a:ext cx="2365263" cy="795602"/>
              </a:xfrm>
              <a:prstGeom prst="rect">
                <a:avLst/>
              </a:prstGeom>
              <a:blipFill>
                <a:blip r:embed="rId2"/>
                <a:stretch>
                  <a:fillRect t="-92188" b="-148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0B940060-3D44-9D31-08F6-B4853F3C4994}"/>
                  </a:ext>
                </a:extLst>
              </p:cNvPr>
              <p:cNvSpPr txBox="1"/>
              <p:nvPr/>
            </p:nvSpPr>
            <p:spPr>
              <a:xfrm>
                <a:off x="7530358" y="3666203"/>
                <a:ext cx="2292551" cy="7176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6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da-DK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da-DK" sz="1600" b="0" i="1" smtClean="0">
                          <a:latin typeface="Cambria Math" panose="02040503050406030204" pitchFamily="18" charset="0"/>
                        </a:rPr>
                        <m:t>∝</m:t>
                      </m:r>
                      <m:nary>
                        <m:naryPr>
                          <m:chr m:val="∑"/>
                          <m:supHide m:val="on"/>
                          <m:ctrlPr>
                            <a:rPr lang="da-DK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da-DK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da-DK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a-DK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a-DK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16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da-DK" sz="16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da-DK" sz="1600" b="0" i="0" smtClean="0">
                                      <a:latin typeface="Cambria Math" panose="02040503050406030204" pitchFamily="18" charset="0"/>
                                    </a:rPr>
                                    <m:t>ΔSL</m:t>
                                  </m:r>
                                  <m:sSub>
                                    <m:sSubPr>
                                      <m:ctrlPr>
                                        <a:rPr lang="da-DK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da-DK" sz="1600" b="0" i="0" smtClean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da-DK" sz="16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da-DK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16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da-DK" sz="16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da-DK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0B940060-3D44-9D31-08F6-B4853F3C4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358" y="3666203"/>
                <a:ext cx="2292551" cy="717697"/>
              </a:xfrm>
              <a:prstGeom prst="rect">
                <a:avLst/>
              </a:prstGeom>
              <a:blipFill>
                <a:blip r:embed="rId3"/>
                <a:stretch>
                  <a:fillRect l="-1648" t="-115517" b="-16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A4A82982-C136-24B8-EE47-E264BFA81EEF}"/>
              </a:ext>
            </a:extLst>
          </p:cNvPr>
          <p:cNvGrpSpPr/>
          <p:nvPr/>
        </p:nvGrpSpPr>
        <p:grpSpPr>
          <a:xfrm>
            <a:off x="8789391" y="2927657"/>
            <a:ext cx="464059" cy="464059"/>
            <a:chOff x="7641680" y="3275406"/>
            <a:chExt cx="464059" cy="464059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81E13A34-5771-FCB9-4EE3-41FFFA2D159D}"/>
                </a:ext>
              </a:extLst>
            </p:cNvPr>
            <p:cNvSpPr/>
            <p:nvPr/>
          </p:nvSpPr>
          <p:spPr>
            <a:xfrm>
              <a:off x="7641680" y="3275406"/>
              <a:ext cx="464059" cy="464059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F509A2D-781A-9560-D23E-533EAA8E6382}"/>
                </a:ext>
              </a:extLst>
            </p:cNvPr>
            <p:cNvSpPr/>
            <p:nvPr/>
          </p:nvSpPr>
          <p:spPr>
            <a:xfrm>
              <a:off x="7719252" y="3352978"/>
              <a:ext cx="308913" cy="30891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F392AA7-0CF3-BDA7-42FA-FE2A5F97A0D9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3165684" y="2048661"/>
            <a:ext cx="444160" cy="1448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7759B18-2C94-B10F-195D-CD757CBE4107}"/>
                  </a:ext>
                </a:extLst>
              </p:cNvPr>
              <p:cNvSpPr txBox="1"/>
              <p:nvPr/>
            </p:nvSpPr>
            <p:spPr>
              <a:xfrm>
                <a:off x="2373969" y="1907220"/>
                <a:ext cx="86062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shell: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11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7759B18-2C94-B10F-195D-CD757CBE4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3969" y="1907220"/>
                <a:ext cx="860620" cy="261610"/>
              </a:xfrm>
              <a:prstGeom prst="rect">
                <a:avLst/>
              </a:prstGeom>
              <a:blipFill>
                <a:blip r:embed="rId4"/>
                <a:stretch>
                  <a:fillRect r="-1449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F2FD45E-1C5F-F016-E644-CA8D7C4CE8BF}"/>
                  </a:ext>
                </a:extLst>
              </p:cNvPr>
              <p:cNvSpPr txBox="1"/>
              <p:nvPr/>
            </p:nvSpPr>
            <p:spPr>
              <a:xfrm>
                <a:off x="2551571" y="2511591"/>
                <a:ext cx="83817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core: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1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F2FD45E-1C5F-F016-E644-CA8D7C4CE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571" y="2511591"/>
                <a:ext cx="838178" cy="261610"/>
              </a:xfrm>
              <a:prstGeom prst="rect">
                <a:avLst/>
              </a:prstGeom>
              <a:blipFill>
                <a:blip r:embed="rId5"/>
                <a:stretch>
                  <a:fillRect r="-3030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4DECD59-6E7C-9595-703A-312A672F8AEA}"/>
              </a:ext>
            </a:extLst>
          </p:cNvPr>
          <p:cNvCxnSpPr>
            <a:cxnSpLocks/>
          </p:cNvCxnSpPr>
          <p:nvPr/>
        </p:nvCxnSpPr>
        <p:spPr>
          <a:xfrm flipH="1">
            <a:off x="3319804" y="2380805"/>
            <a:ext cx="417841" cy="1918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32DD3AA-FBB9-BEE8-7B73-EB2D28AB8474}"/>
                  </a:ext>
                </a:extLst>
              </p:cNvPr>
              <p:cNvSpPr txBox="1"/>
              <p:nvPr/>
            </p:nvSpPr>
            <p:spPr>
              <a:xfrm>
                <a:off x="6206090" y="1797466"/>
                <a:ext cx="673582" cy="6001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small </a:t>
                </a:r>
              </a:p>
              <a:p>
                <a:r>
                  <a:rPr lang="en-US" sz="1100" dirty="0"/>
                  <a:t>spheres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100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1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11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32DD3AA-FBB9-BEE8-7B73-EB2D28AB8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090" y="1797466"/>
                <a:ext cx="673582" cy="600164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1486FCA-150B-B914-A211-746FD5EF6F57}"/>
                  </a:ext>
                </a:extLst>
              </p:cNvPr>
              <p:cNvSpPr txBox="1"/>
              <p:nvPr/>
            </p:nvSpPr>
            <p:spPr>
              <a:xfrm>
                <a:off x="7894748" y="1917252"/>
                <a:ext cx="673582" cy="6001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hollow </a:t>
                </a:r>
              </a:p>
              <a:p>
                <a:r>
                  <a:rPr lang="en-US" sz="1100" dirty="0"/>
                  <a:t>spheres</a:t>
                </a:r>
              </a:p>
              <a:p>
                <a:r>
                  <a:rPr lang="en-US" sz="1100" dirty="0"/>
                  <a:t> </a:t>
                </a:r>
                <a14:m>
                  <m:oMath xmlns:m="http://schemas.openxmlformats.org/officeDocument/2006/math">
                    <m:r>
                      <a:rPr lang="da-DK" sz="1100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11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11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1486FCA-150B-B914-A211-746FD5EF6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748" y="1917252"/>
                <a:ext cx="673582" cy="600164"/>
              </a:xfrm>
              <a:prstGeom prst="rect">
                <a:avLst/>
              </a:prstGeom>
              <a:blipFill>
                <a:blip r:embed="rId7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907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43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Haahr Larsen</dc:creator>
  <cp:lastModifiedBy>Andreas Haahr Larsen</cp:lastModifiedBy>
  <cp:revision>3</cp:revision>
  <dcterms:created xsi:type="dcterms:W3CDTF">2026-04-27T10:26:32Z</dcterms:created>
  <dcterms:modified xsi:type="dcterms:W3CDTF">2026-04-27T13:29:46Z</dcterms:modified>
</cp:coreProperties>
</file>